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69" r:id="rId9"/>
    <p:sldId id="270" r:id="rId10"/>
    <p:sldId id="260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E48B1CE6-72B5-41F7-923F-69643AD2FA67}">
          <p14:sldIdLst>
            <p14:sldId id="256"/>
            <p14:sldId id="257"/>
            <p14:sldId id="258"/>
            <p14:sldId id="266"/>
            <p14:sldId id="267"/>
            <p14:sldId id="268"/>
            <p14:sldId id="259"/>
            <p14:sldId id="269"/>
            <p14:sldId id="270"/>
            <p14:sldId id="260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3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A9685-CC8C-4078-82B2-9586CF083C9C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D8C07-7598-41FC-9216-57E1CAF6A5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668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Hello.My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 is Yoshimasa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Kitano.I'm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nineteen years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old.I'm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studying security at OCA because I want to be a white hat hacker I want to work using my security knowledge.</a:t>
            </a:r>
            <a:endParaRPr kumimoji="1" lang="ja-JP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D8C07-7598-41FC-9216-57E1CAF6A55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539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passion is playing video games because playing them is a lot of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fun.Especially,playing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friends is very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exciting.I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been interested in playing games for eight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years.I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play in my free time at home with my Internet friends.</a:t>
            </a:r>
            <a:endParaRPr kumimoji="1" lang="ja-JP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Eight years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ago,my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friend invited me to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play.I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interested in it at that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time.My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friend said that Video games make us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happy.I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want to play with a lot of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friends,so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told my other friends about playing games.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D8C07-7598-41FC-9216-57E1CAF6A55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3745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D8C07-7598-41FC-9216-57E1CAF6A55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848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D8C07-7598-41FC-9216-57E1CAF6A55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100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many kinds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of,so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device someone must buy depends on what kinds of video games they want to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play.The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devices include Nintendo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Switch,PlayStation,PC,etc.If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would like to play ,you shouldn't play too much because you will get addicted.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D8C07-7598-41FC-9216-57E1CAF6A55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070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D8C07-7598-41FC-9216-57E1CAF6A55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770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seems that video games have a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history.I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didn't know about the history of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them,so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searched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it.Computer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games developed by an American company in 1972 and from there games gradually became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famous.They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been popular in Japan since 1972.Famous companies are Nintendo and Sony. There are many people in the world who have developed many games, 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D8C07-7598-41FC-9216-57E1CAF6A55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8897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conclusion,anyone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enjoy playing games and make them a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hobby,even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they </a:t>
            </a:r>
            <a:r>
              <a:rPr kumimoji="1" lang="en-US" altLang="ja-JP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are'nt</a:t>
            </a:r>
            <a:r>
              <a:rPr kumimoji="1" lang="en-US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good at them. We encourage you to make games your hobby.</a:t>
            </a:r>
            <a:endParaRPr kumimoji="1" lang="ja-JP" altLang="ja-JP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D8C07-7598-41FC-9216-57E1CAF6A558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7188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listening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D8C07-7598-41FC-9216-57E1CAF6A558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510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85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2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17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683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466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259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306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38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906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32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096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5F1ED85-E0A0-46B2-9DE6-D7AC2EF279ED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7EE31D-ACBD-4D7A-A04D-14D9B4A20E8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18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92E679-C864-4EDB-9117-D20963D8B7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11500" dirty="0"/>
              <a:t>My passion</a:t>
            </a:r>
            <a:endParaRPr kumimoji="1" lang="ja-JP" altLang="en-US" sz="115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A3A35C-837A-424C-ADF3-7590394774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kumimoji="1" lang="en-US" altLang="ja-JP" sz="4400" dirty="0"/>
              <a:t>Yoshimasa Kitano</a:t>
            </a:r>
            <a:endParaRPr kumimoji="1" lang="ja-JP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945440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508A7-8032-4AFB-8633-339D2EE3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3" y="263527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ja-JP" sz="7200" dirty="0"/>
              <a:t>~</a:t>
            </a:r>
            <a:r>
              <a:rPr kumimoji="1" lang="en-US" altLang="ja-JP" sz="7200" dirty="0"/>
              <a:t>Self introduction</a:t>
            </a:r>
            <a:r>
              <a:rPr lang="en-US" altLang="ja-JP" sz="7200" dirty="0"/>
              <a:t>~</a:t>
            </a:r>
            <a:endParaRPr kumimoji="1" lang="ja-JP" altLang="en-US" sz="7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63C031-69DF-40D9-AAFD-5B38E920F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413" y="2184399"/>
            <a:ext cx="9723120" cy="3701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5400" dirty="0"/>
              <a:t>・</a:t>
            </a:r>
            <a:r>
              <a:rPr kumimoji="1" lang="en-US" altLang="ja-JP" sz="5400" dirty="0"/>
              <a:t>Name: Yoshimasa Kitano</a:t>
            </a:r>
          </a:p>
          <a:p>
            <a:pPr marL="0" indent="0">
              <a:buNone/>
            </a:pPr>
            <a:r>
              <a:rPr lang="ja-JP" altLang="en-US" sz="5400" dirty="0"/>
              <a:t>・</a:t>
            </a:r>
            <a:r>
              <a:rPr lang="en-US" altLang="ja-JP" sz="5400" dirty="0"/>
              <a:t>Old: Nineteen years old</a:t>
            </a:r>
          </a:p>
          <a:p>
            <a:pPr marL="0" indent="0">
              <a:buNone/>
            </a:pPr>
            <a:r>
              <a:rPr lang="ja-JP" altLang="en-US" sz="5400" dirty="0"/>
              <a:t>・</a:t>
            </a:r>
            <a:r>
              <a:rPr lang="en-US" altLang="ja-JP" sz="5400" dirty="0"/>
              <a:t>Study: Security</a:t>
            </a:r>
          </a:p>
          <a:p>
            <a:pPr marL="0" indent="0">
              <a:buNone/>
            </a:pPr>
            <a:r>
              <a:rPr kumimoji="1" lang="ja-JP" altLang="en-US" sz="5400" dirty="0"/>
              <a:t>・</a:t>
            </a:r>
            <a:r>
              <a:rPr kumimoji="1" lang="en-US" altLang="ja-JP" sz="5400" dirty="0"/>
              <a:t>Future dream: White hat hacker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4343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829CC7FD-314B-4101-9924-4AAED9300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3527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ja-JP" sz="7200" dirty="0"/>
              <a:t>~My passion~</a:t>
            </a:r>
            <a:endParaRPr kumimoji="1" lang="ja-JP" altLang="en-US" sz="7200" dirty="0"/>
          </a:p>
        </p:txBody>
      </p:sp>
      <p:pic>
        <p:nvPicPr>
          <p:cNvPr id="1026" name="Picture 2" descr="ゲームに熱中している男の子のイラスト | かわいいフリー素材集 いらすとや">
            <a:extLst>
              <a:ext uri="{FF2B5EF4-FFF2-40B4-BE49-F238E27FC236}">
                <a16:creationId xmlns:a16="http://schemas.microsoft.com/office/drawing/2014/main" id="{09788B08-D1F7-4D77-80E5-E30B3DB82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46" y="1810800"/>
            <a:ext cx="5705475" cy="450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D76C4EB-4A36-49D7-8C26-545E0C8AEDFC}"/>
              </a:ext>
            </a:extLst>
          </p:cNvPr>
          <p:cNvSpPr txBox="1">
            <a:spLocks/>
          </p:cNvSpPr>
          <p:nvPr/>
        </p:nvSpPr>
        <p:spPr>
          <a:xfrm>
            <a:off x="5697008" y="2226202"/>
            <a:ext cx="6393392" cy="3500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8800" dirty="0"/>
              <a:t>Playing</a:t>
            </a:r>
          </a:p>
          <a:p>
            <a:pPr algn="ctr"/>
            <a:r>
              <a:rPr lang="en-US" altLang="ja-JP" sz="8800" dirty="0"/>
              <a:t>video games</a:t>
            </a:r>
            <a:endParaRPr lang="ja-JP" altLang="en-US" sz="8800" dirty="0"/>
          </a:p>
        </p:txBody>
      </p:sp>
    </p:spTree>
    <p:extLst>
      <p:ext uri="{BB962C8B-B14F-4D97-AF65-F5344CB8AC3E}">
        <p14:creationId xmlns:p14="http://schemas.microsoft.com/office/powerpoint/2010/main" val="151519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508A7-8032-4AFB-8633-339D2EE3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3" y="263527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ja-JP" sz="7200" dirty="0"/>
              <a:t>~Playing video games~</a:t>
            </a:r>
            <a:endParaRPr kumimoji="1" lang="ja-JP" altLang="en-US" sz="7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63C031-69DF-40D9-AAFD-5B38E920F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413" y="2184399"/>
            <a:ext cx="9723120" cy="370162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ja-JP" altLang="en-US" sz="6600" dirty="0"/>
              <a:t>・</a:t>
            </a:r>
            <a:r>
              <a:rPr lang="en-US" altLang="ja-JP" sz="6600" dirty="0"/>
              <a:t>Playing</a:t>
            </a:r>
            <a:r>
              <a:rPr lang="ja-JP" altLang="en-US" sz="6600" dirty="0"/>
              <a:t>  </a:t>
            </a:r>
            <a:r>
              <a:rPr lang="en-US" altLang="ja-JP" sz="6600" dirty="0"/>
              <a:t>them with friends is exciting.</a:t>
            </a:r>
          </a:p>
          <a:p>
            <a:pPr marL="0" indent="0">
              <a:buNone/>
            </a:pPr>
            <a:r>
              <a:rPr lang="ja-JP" altLang="en-US" sz="6600" dirty="0"/>
              <a:t>・</a:t>
            </a:r>
            <a:r>
              <a:rPr lang="en-US" altLang="ja-JP" sz="6600" dirty="0"/>
              <a:t>I play it in my free time at home with my internet friends.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A05CDB5-32A1-49E8-98E9-CE3881E9E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711" y="-30472"/>
            <a:ext cx="3489511" cy="34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551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508A7-8032-4AFB-8633-339D2EE3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1262" y="466195"/>
            <a:ext cx="11564470" cy="1450757"/>
          </a:xfrm>
        </p:spPr>
        <p:txBody>
          <a:bodyPr anchor="ctr">
            <a:noAutofit/>
          </a:bodyPr>
          <a:lstStyle/>
          <a:p>
            <a:pPr algn="ctr"/>
            <a:r>
              <a:rPr lang="en-US" altLang="ja-JP" sz="6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~Effects of the video games~</a:t>
            </a:r>
            <a:endParaRPr kumimoji="1" lang="ja-JP" altLang="en-US" sz="6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63C031-69DF-40D9-AAFD-5B38E920F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335" y="2586811"/>
            <a:ext cx="9723120" cy="370162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ja-JP" altLang="en-US" sz="8000" dirty="0"/>
              <a:t>・</a:t>
            </a:r>
            <a:r>
              <a:rPr lang="en-US" altLang="ja-JP" sz="8000" dirty="0"/>
              <a:t>make us happy.</a:t>
            </a:r>
          </a:p>
          <a:p>
            <a:pPr marL="0" indent="0">
              <a:buNone/>
            </a:pPr>
            <a:endParaRPr lang="en-US" altLang="ja-JP" sz="8000" dirty="0"/>
          </a:p>
          <a:p>
            <a:pPr marL="0" indent="0">
              <a:buNone/>
            </a:pPr>
            <a:r>
              <a:rPr lang="ja-JP" altLang="en-US" sz="8000" dirty="0"/>
              <a:t>・</a:t>
            </a:r>
            <a:r>
              <a:rPr lang="en-US" altLang="ja-JP" sz="8000" dirty="0"/>
              <a:t>make a lot of friends.</a:t>
            </a:r>
          </a:p>
          <a:p>
            <a:pPr marL="0" indent="0">
              <a:buNone/>
            </a:pPr>
            <a:endParaRPr kumimoji="1" lang="en-US" altLang="ja-JP" sz="2800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EA6AD6C-42A3-4484-A3F3-E5A36BB1B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576" y="1887564"/>
            <a:ext cx="3702424" cy="269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勝ち気な子供のイラスト（男の子）">
            <a:extLst>
              <a:ext uri="{FF2B5EF4-FFF2-40B4-BE49-F238E27FC236}">
                <a16:creationId xmlns:a16="http://schemas.microsoft.com/office/drawing/2014/main" id="{95394B55-4635-48E4-AC05-1AEF770C9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1048" y="2779608"/>
            <a:ext cx="2777378" cy="361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761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92E679-C864-4EDB-9117-D20963D8B79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066800" y="995083"/>
            <a:ext cx="10058400" cy="4867834"/>
          </a:xfrm>
        </p:spPr>
        <p:txBody>
          <a:bodyPr anchor="ctr">
            <a:normAutofit fontScale="90000"/>
          </a:bodyPr>
          <a:lstStyle/>
          <a:p>
            <a:pPr algn="ctr"/>
            <a:r>
              <a:rPr kumimoji="1" lang="en-US" altLang="ja-JP" sz="11500" dirty="0"/>
              <a:t>The game can be played on various platforms.</a:t>
            </a:r>
            <a:endParaRPr kumimoji="1" lang="ja-JP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2853074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6" name="Picture 18" descr="Ps5」の写真素材 | 5,537件の無料イラスト画像 | Adobe Stock">
            <a:extLst>
              <a:ext uri="{FF2B5EF4-FFF2-40B4-BE49-F238E27FC236}">
                <a16:creationId xmlns:a16="http://schemas.microsoft.com/office/drawing/2014/main" id="{54EDAC72-4702-4EE3-BAB5-C5A20A365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052" y="1850881"/>
            <a:ext cx="6522674" cy="458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intendo Switch&quot;」の写真素材 | 1,353件の無料イラスト画像 | Adobe Stock">
            <a:extLst>
              <a:ext uri="{FF2B5EF4-FFF2-40B4-BE49-F238E27FC236}">
                <a16:creationId xmlns:a16="http://schemas.microsoft.com/office/drawing/2014/main" id="{68E7BEBE-6F57-419B-A4E7-45D1DA23F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35" y="233796"/>
            <a:ext cx="6188365" cy="271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パソコンのイラスト | エコのモト">
            <a:extLst>
              <a:ext uri="{FF2B5EF4-FFF2-40B4-BE49-F238E27FC236}">
                <a16:creationId xmlns:a16="http://schemas.microsoft.com/office/drawing/2014/main" id="{A0464A31-BE0A-4D90-96D1-94659EA11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745" y="2400416"/>
            <a:ext cx="5089984" cy="508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90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intendo Switch&quot;」の写真素材 | 1,353件の無料イラスト画像 | Adobe Stock">
            <a:extLst>
              <a:ext uri="{FF2B5EF4-FFF2-40B4-BE49-F238E27FC236}">
                <a16:creationId xmlns:a16="http://schemas.microsoft.com/office/drawing/2014/main" id="{AF0871FC-707F-42DC-8F3E-1D780E481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2" y="766483"/>
            <a:ext cx="12144036" cy="5325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97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スプラトゥーン3 | Nintendo Switch | 任天堂">
            <a:extLst>
              <a:ext uri="{FF2B5EF4-FFF2-40B4-BE49-F238E27FC236}">
                <a16:creationId xmlns:a16="http://schemas.microsoft.com/office/drawing/2014/main" id="{F1CDD07A-27C7-4EB2-A08B-5FC6252F1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34" y="276412"/>
            <a:ext cx="10611131" cy="587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794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700FEE99-B807-414A-B4EB-55C32E7E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527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ja-JP" sz="7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~My favorite video game~</a:t>
            </a:r>
            <a:endParaRPr kumimoji="1" lang="ja-JP" altLang="en-US" sz="7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905C9E-C02E-496F-840B-A45EAEDE5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985" y="1714284"/>
            <a:ext cx="11290029" cy="45789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ja-JP" altLang="en-US" sz="4800" dirty="0"/>
              <a:t>・</a:t>
            </a:r>
            <a:r>
              <a:rPr lang="en-US" altLang="ja-JP" sz="4800" dirty="0"/>
              <a:t>Fighting with a squid character.</a:t>
            </a:r>
          </a:p>
          <a:p>
            <a:pPr marL="0" indent="0">
              <a:buNone/>
            </a:pPr>
            <a:r>
              <a:rPr lang="ja-JP" altLang="en-US" sz="4800" dirty="0"/>
              <a:t>・</a:t>
            </a:r>
            <a:r>
              <a:rPr lang="en-US" altLang="ja-JP" sz="4800" dirty="0"/>
              <a:t>I've played this game for over 7,000 hours.</a:t>
            </a:r>
          </a:p>
          <a:p>
            <a:pPr marL="0" indent="0">
              <a:buNone/>
            </a:pPr>
            <a:r>
              <a:rPr lang="en-US" altLang="ja-JP" sz="4800" dirty="0"/>
              <a:t>I like playing this game with friends as a team.</a:t>
            </a:r>
          </a:p>
        </p:txBody>
      </p:sp>
      <p:pic>
        <p:nvPicPr>
          <p:cNvPr id="4098" name="Picture 2" descr="イベント情報 | JAMSTEC×Splatoon 2『Jamsteeec（ジャムステ〜ック）』">
            <a:extLst>
              <a:ext uri="{FF2B5EF4-FFF2-40B4-BE49-F238E27FC236}">
                <a16:creationId xmlns:a16="http://schemas.microsoft.com/office/drawing/2014/main" id="{CB390B95-8119-4801-8606-32E89A981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9185">
            <a:off x="8767482" y="908339"/>
            <a:ext cx="3121316" cy="285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71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095C26C-6AF2-45D2-9056-EA73B24E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3" y="263527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ja-JP" sz="7200" dirty="0"/>
              <a:t>~In conclusion~</a:t>
            </a:r>
            <a:endParaRPr kumimoji="1" lang="ja-JP" altLang="en-US" sz="7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ECFDD5-9492-4E9C-848D-1E2F2178F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413" y="1836498"/>
            <a:ext cx="10058400" cy="40233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ja-JP" altLang="en-US" sz="6000" dirty="0"/>
              <a:t>・</a:t>
            </a:r>
            <a:r>
              <a:rPr lang="en-US" altLang="ja-JP" sz="6000" dirty="0"/>
              <a:t>Anyone enjoy playing games</a:t>
            </a:r>
          </a:p>
          <a:p>
            <a:pPr marL="0" indent="0">
              <a:buNone/>
            </a:pPr>
            <a:r>
              <a:rPr lang="ja-JP" altLang="en-US" sz="6000" dirty="0"/>
              <a:t>・</a:t>
            </a:r>
            <a:r>
              <a:rPr lang="en-US" altLang="ja-JP" sz="6000" dirty="0"/>
              <a:t>Make them a hobby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72147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F69B4737-9356-1D35-D5E4-D313B57089EC}"/>
              </a:ext>
            </a:extLst>
          </p:cNvPr>
          <p:cNvSpPr txBox="1">
            <a:spLocks/>
          </p:cNvSpPr>
          <p:nvPr/>
        </p:nvSpPr>
        <p:spPr>
          <a:xfrm>
            <a:off x="593785" y="1507086"/>
            <a:ext cx="11004430" cy="384382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8800" dirty="0"/>
              <a:t>Thank you for listening!</a:t>
            </a:r>
            <a:endParaRPr lang="ja-JP" altLang="en-US" sz="8800" dirty="0"/>
          </a:p>
        </p:txBody>
      </p:sp>
    </p:spTree>
    <p:extLst>
      <p:ext uri="{BB962C8B-B14F-4D97-AF65-F5344CB8AC3E}">
        <p14:creationId xmlns:p14="http://schemas.microsoft.com/office/powerpoint/2010/main" val="426495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169</TotalTime>
  <Words>446</Words>
  <Application>Microsoft Office PowerPoint</Application>
  <PresentationFormat>ワイド画面</PresentationFormat>
  <Paragraphs>43</Paragraphs>
  <Slides>12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Arial</vt:lpstr>
      <vt:lpstr>Calibri</vt:lpstr>
      <vt:lpstr>Calibri Light</vt:lpstr>
      <vt:lpstr>レトロスペクト</vt:lpstr>
      <vt:lpstr>My passion</vt:lpstr>
      <vt:lpstr>~Self introduction~</vt:lpstr>
      <vt:lpstr>~My passion~</vt:lpstr>
      <vt:lpstr>~Playing video games~</vt:lpstr>
      <vt:lpstr>~Effects of the video games~</vt:lpstr>
      <vt:lpstr>The game can be played on various platforms.</vt:lpstr>
      <vt:lpstr>PowerPoint プレゼンテーション</vt:lpstr>
      <vt:lpstr>PowerPoint プレゼンテーション</vt:lpstr>
      <vt:lpstr>PowerPoint プレゼンテーション</vt:lpstr>
      <vt:lpstr>~My favorite video game~</vt:lpstr>
      <vt:lpstr>~In conclusion~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passion</dc:title>
  <dc:creator>cre</dc:creator>
  <cp:lastModifiedBy>cre</cp:lastModifiedBy>
  <cp:revision>15</cp:revision>
  <dcterms:created xsi:type="dcterms:W3CDTF">2025-09-17T07:39:35Z</dcterms:created>
  <dcterms:modified xsi:type="dcterms:W3CDTF">2025-12-19T08:36:42Z</dcterms:modified>
</cp:coreProperties>
</file>