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E48B1CE6-72B5-41F7-923F-69643AD2FA67}">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23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8A9685-CC8C-4078-82B2-9586CF083C9C}" type="datetimeFigureOut">
              <a:rPr kumimoji="1" lang="ja-JP" altLang="en-US" smtClean="0"/>
              <a:t>2025/9/19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D8C07-7598-41FC-9216-57E1CAF6A558}" type="slidenum">
              <a:rPr kumimoji="1" lang="ja-JP" altLang="en-US" smtClean="0"/>
              <a:t>‹#›</a:t>
            </a:fld>
            <a:endParaRPr kumimoji="1" lang="ja-JP" altLang="en-US"/>
          </a:p>
        </p:txBody>
      </p:sp>
    </p:spTree>
    <p:extLst>
      <p:ext uri="{BB962C8B-B14F-4D97-AF65-F5344CB8AC3E}">
        <p14:creationId xmlns:p14="http://schemas.microsoft.com/office/powerpoint/2010/main" val="35296685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err="1">
                <a:solidFill>
                  <a:schemeClr val="tx1"/>
                </a:solidFill>
                <a:effectLst/>
                <a:latin typeface="+mn-lt"/>
                <a:ea typeface="+mn-ea"/>
                <a:cs typeface="+mn-cs"/>
              </a:rPr>
              <a:t>Hello.My</a:t>
            </a:r>
            <a:r>
              <a:rPr kumimoji="1" lang="en-US" altLang="ja-JP" sz="1200" kern="1200" dirty="0">
                <a:solidFill>
                  <a:schemeClr val="tx1"/>
                </a:solidFill>
                <a:effectLst/>
                <a:latin typeface="+mn-lt"/>
                <a:ea typeface="+mn-ea"/>
                <a:cs typeface="+mn-cs"/>
              </a:rPr>
              <a:t> name is Yoshimasa </a:t>
            </a:r>
            <a:r>
              <a:rPr kumimoji="1" lang="en-US" altLang="ja-JP" sz="1200" kern="1200" dirty="0" err="1">
                <a:solidFill>
                  <a:schemeClr val="tx1"/>
                </a:solidFill>
                <a:effectLst/>
                <a:latin typeface="+mn-lt"/>
                <a:ea typeface="+mn-ea"/>
                <a:cs typeface="+mn-cs"/>
              </a:rPr>
              <a:t>Kitano.I'm</a:t>
            </a:r>
            <a:r>
              <a:rPr kumimoji="1" lang="en-US" altLang="ja-JP" sz="1200" kern="1200" dirty="0">
                <a:solidFill>
                  <a:schemeClr val="tx1"/>
                </a:solidFill>
                <a:effectLst/>
                <a:latin typeface="+mn-lt"/>
                <a:ea typeface="+mn-ea"/>
                <a:cs typeface="+mn-cs"/>
              </a:rPr>
              <a:t> nineteen years </a:t>
            </a:r>
            <a:r>
              <a:rPr kumimoji="1" lang="en-US" altLang="ja-JP" sz="1200" kern="1200" dirty="0" err="1">
                <a:solidFill>
                  <a:schemeClr val="tx1"/>
                </a:solidFill>
                <a:effectLst/>
                <a:latin typeface="+mn-lt"/>
                <a:ea typeface="+mn-ea"/>
                <a:cs typeface="+mn-cs"/>
              </a:rPr>
              <a:t>old.I'm</a:t>
            </a:r>
            <a:r>
              <a:rPr kumimoji="1" lang="en-US" altLang="ja-JP" sz="1200" kern="1200" dirty="0">
                <a:solidFill>
                  <a:schemeClr val="tx1"/>
                </a:solidFill>
                <a:effectLst/>
                <a:latin typeface="+mn-lt"/>
                <a:ea typeface="+mn-ea"/>
                <a:cs typeface="+mn-cs"/>
              </a:rPr>
              <a:t> studying security at OCA because I want to be a white hat hacker I want to work using my security knowledge.</a:t>
            </a:r>
            <a:endParaRPr kumimoji="1" lang="ja-JP" altLang="ja-JP" sz="120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2</a:t>
            </a:fld>
            <a:endParaRPr kumimoji="1" lang="ja-JP" altLang="en-US"/>
          </a:p>
        </p:txBody>
      </p:sp>
    </p:spTree>
    <p:extLst>
      <p:ext uri="{BB962C8B-B14F-4D97-AF65-F5344CB8AC3E}">
        <p14:creationId xmlns:p14="http://schemas.microsoft.com/office/powerpoint/2010/main" val="485539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My passion is playing video games because playing them is a lot of </a:t>
            </a:r>
            <a:r>
              <a:rPr kumimoji="1" lang="en-US" altLang="ja-JP" sz="1200" kern="1200" dirty="0" err="1">
                <a:solidFill>
                  <a:schemeClr val="tx1"/>
                </a:solidFill>
                <a:effectLst/>
                <a:latin typeface="+mn-lt"/>
                <a:ea typeface="+mn-ea"/>
                <a:cs typeface="+mn-cs"/>
              </a:rPr>
              <a:t>fun.Especially,playing</a:t>
            </a:r>
            <a:r>
              <a:rPr kumimoji="1" lang="en-US" altLang="ja-JP" sz="1200" kern="1200" dirty="0">
                <a:solidFill>
                  <a:schemeClr val="tx1"/>
                </a:solidFill>
                <a:effectLst/>
                <a:latin typeface="+mn-lt"/>
                <a:ea typeface="+mn-ea"/>
                <a:cs typeface="+mn-cs"/>
              </a:rPr>
              <a:t> with friends is very </a:t>
            </a:r>
            <a:r>
              <a:rPr kumimoji="1" lang="en-US" altLang="ja-JP" sz="1200" kern="1200" dirty="0" err="1">
                <a:solidFill>
                  <a:schemeClr val="tx1"/>
                </a:solidFill>
                <a:effectLst/>
                <a:latin typeface="+mn-lt"/>
                <a:ea typeface="+mn-ea"/>
                <a:cs typeface="+mn-cs"/>
              </a:rPr>
              <a:t>exciting.I</a:t>
            </a:r>
            <a:r>
              <a:rPr kumimoji="1" lang="en-US" altLang="ja-JP" sz="1200" kern="1200" dirty="0">
                <a:solidFill>
                  <a:schemeClr val="tx1"/>
                </a:solidFill>
                <a:effectLst/>
                <a:latin typeface="+mn-lt"/>
                <a:ea typeface="+mn-ea"/>
                <a:cs typeface="+mn-cs"/>
              </a:rPr>
              <a:t> have been interested in playing games for eight </a:t>
            </a:r>
            <a:r>
              <a:rPr kumimoji="1" lang="en-US" altLang="ja-JP" sz="1200" kern="1200" dirty="0" err="1">
                <a:solidFill>
                  <a:schemeClr val="tx1"/>
                </a:solidFill>
                <a:effectLst/>
                <a:latin typeface="+mn-lt"/>
                <a:ea typeface="+mn-ea"/>
                <a:cs typeface="+mn-cs"/>
              </a:rPr>
              <a:t>years.I</a:t>
            </a:r>
            <a:r>
              <a:rPr kumimoji="1" lang="en-US" altLang="ja-JP" sz="1200" kern="1200" dirty="0">
                <a:solidFill>
                  <a:schemeClr val="tx1"/>
                </a:solidFill>
                <a:effectLst/>
                <a:latin typeface="+mn-lt"/>
                <a:ea typeface="+mn-ea"/>
                <a:cs typeface="+mn-cs"/>
              </a:rPr>
              <a:t> play in my free time at home with my Internet friends.</a:t>
            </a:r>
            <a:endParaRPr kumimoji="1" lang="ja-JP"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Eight years </a:t>
            </a:r>
            <a:r>
              <a:rPr kumimoji="1" lang="en-US" altLang="ja-JP" sz="1200" kern="1200" dirty="0" err="1">
                <a:solidFill>
                  <a:schemeClr val="tx1"/>
                </a:solidFill>
                <a:effectLst/>
                <a:latin typeface="+mn-lt"/>
                <a:ea typeface="+mn-ea"/>
                <a:cs typeface="+mn-cs"/>
              </a:rPr>
              <a:t>ago,my</a:t>
            </a:r>
            <a:r>
              <a:rPr kumimoji="1" lang="en-US" altLang="ja-JP" sz="1200" kern="1200" dirty="0">
                <a:solidFill>
                  <a:schemeClr val="tx1"/>
                </a:solidFill>
                <a:effectLst/>
                <a:latin typeface="+mn-lt"/>
                <a:ea typeface="+mn-ea"/>
                <a:cs typeface="+mn-cs"/>
              </a:rPr>
              <a:t> friend invited me to </a:t>
            </a:r>
            <a:r>
              <a:rPr kumimoji="1" lang="en-US" altLang="ja-JP" sz="1200" kern="1200" dirty="0" err="1">
                <a:solidFill>
                  <a:schemeClr val="tx1"/>
                </a:solidFill>
                <a:effectLst/>
                <a:latin typeface="+mn-lt"/>
                <a:ea typeface="+mn-ea"/>
                <a:cs typeface="+mn-cs"/>
              </a:rPr>
              <a:t>play.I</a:t>
            </a:r>
            <a:r>
              <a:rPr kumimoji="1" lang="en-US" altLang="ja-JP" sz="1200" kern="1200" dirty="0">
                <a:solidFill>
                  <a:schemeClr val="tx1"/>
                </a:solidFill>
                <a:effectLst/>
                <a:latin typeface="+mn-lt"/>
                <a:ea typeface="+mn-ea"/>
                <a:cs typeface="+mn-cs"/>
              </a:rPr>
              <a:t> was interested in it at that </a:t>
            </a:r>
            <a:r>
              <a:rPr kumimoji="1" lang="en-US" altLang="ja-JP" sz="1200" kern="1200" dirty="0" err="1">
                <a:solidFill>
                  <a:schemeClr val="tx1"/>
                </a:solidFill>
                <a:effectLst/>
                <a:latin typeface="+mn-lt"/>
                <a:ea typeface="+mn-ea"/>
                <a:cs typeface="+mn-cs"/>
              </a:rPr>
              <a:t>time.My</a:t>
            </a:r>
            <a:r>
              <a:rPr kumimoji="1" lang="en-US" altLang="ja-JP" sz="1200" kern="1200" dirty="0">
                <a:solidFill>
                  <a:schemeClr val="tx1"/>
                </a:solidFill>
                <a:effectLst/>
                <a:latin typeface="+mn-lt"/>
                <a:ea typeface="+mn-ea"/>
                <a:cs typeface="+mn-cs"/>
              </a:rPr>
              <a:t> friend said that Video games make us </a:t>
            </a:r>
            <a:r>
              <a:rPr kumimoji="1" lang="en-US" altLang="ja-JP" sz="1200" kern="1200" dirty="0" err="1">
                <a:solidFill>
                  <a:schemeClr val="tx1"/>
                </a:solidFill>
                <a:effectLst/>
                <a:latin typeface="+mn-lt"/>
                <a:ea typeface="+mn-ea"/>
                <a:cs typeface="+mn-cs"/>
              </a:rPr>
              <a:t>happy.I</a:t>
            </a:r>
            <a:r>
              <a:rPr kumimoji="1" lang="en-US" altLang="ja-JP" sz="1200" kern="1200" dirty="0">
                <a:solidFill>
                  <a:schemeClr val="tx1"/>
                </a:solidFill>
                <a:effectLst/>
                <a:latin typeface="+mn-lt"/>
                <a:ea typeface="+mn-ea"/>
                <a:cs typeface="+mn-cs"/>
              </a:rPr>
              <a:t> want to play with a lot of </a:t>
            </a:r>
            <a:r>
              <a:rPr kumimoji="1" lang="en-US" altLang="ja-JP" sz="1200" kern="1200" dirty="0" err="1">
                <a:solidFill>
                  <a:schemeClr val="tx1"/>
                </a:solidFill>
                <a:effectLst/>
                <a:latin typeface="+mn-lt"/>
                <a:ea typeface="+mn-ea"/>
                <a:cs typeface="+mn-cs"/>
              </a:rPr>
              <a:t>friends,so</a:t>
            </a:r>
            <a:r>
              <a:rPr kumimoji="1" lang="en-US" altLang="ja-JP" sz="1200" kern="1200" dirty="0">
                <a:solidFill>
                  <a:schemeClr val="tx1"/>
                </a:solidFill>
                <a:effectLst/>
                <a:latin typeface="+mn-lt"/>
                <a:ea typeface="+mn-ea"/>
                <a:cs typeface="+mn-cs"/>
              </a:rPr>
              <a:t> I told my other friends about playing games.</a:t>
            </a:r>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3</a:t>
            </a:fld>
            <a:endParaRPr kumimoji="1" lang="ja-JP" altLang="en-US"/>
          </a:p>
        </p:txBody>
      </p:sp>
    </p:spTree>
    <p:extLst>
      <p:ext uri="{BB962C8B-B14F-4D97-AF65-F5344CB8AC3E}">
        <p14:creationId xmlns:p14="http://schemas.microsoft.com/office/powerpoint/2010/main" val="2873745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There are many kinds </a:t>
            </a:r>
            <a:r>
              <a:rPr kumimoji="1" lang="en-US" altLang="ja-JP" sz="1200" kern="1200" dirty="0" err="1">
                <a:solidFill>
                  <a:schemeClr val="tx1"/>
                </a:solidFill>
                <a:effectLst/>
                <a:latin typeface="+mn-lt"/>
                <a:ea typeface="+mn-ea"/>
                <a:cs typeface="+mn-cs"/>
              </a:rPr>
              <a:t>of,so</a:t>
            </a:r>
            <a:r>
              <a:rPr kumimoji="1" lang="en-US" altLang="ja-JP" sz="1200" kern="1200" dirty="0">
                <a:solidFill>
                  <a:schemeClr val="tx1"/>
                </a:solidFill>
                <a:effectLst/>
                <a:latin typeface="+mn-lt"/>
                <a:ea typeface="+mn-ea"/>
                <a:cs typeface="+mn-cs"/>
              </a:rPr>
              <a:t> the device someone must buy depends on what kinds of video games they want to </a:t>
            </a:r>
            <a:r>
              <a:rPr kumimoji="1" lang="en-US" altLang="ja-JP" sz="1200" kern="1200" dirty="0" err="1">
                <a:solidFill>
                  <a:schemeClr val="tx1"/>
                </a:solidFill>
                <a:effectLst/>
                <a:latin typeface="+mn-lt"/>
                <a:ea typeface="+mn-ea"/>
                <a:cs typeface="+mn-cs"/>
              </a:rPr>
              <a:t>play.The</a:t>
            </a:r>
            <a:r>
              <a:rPr kumimoji="1" lang="en-US" altLang="ja-JP" sz="1200" kern="1200" dirty="0">
                <a:solidFill>
                  <a:schemeClr val="tx1"/>
                </a:solidFill>
                <a:effectLst/>
                <a:latin typeface="+mn-lt"/>
                <a:ea typeface="+mn-ea"/>
                <a:cs typeface="+mn-cs"/>
              </a:rPr>
              <a:t> devices include Nintendo </a:t>
            </a:r>
            <a:r>
              <a:rPr kumimoji="1" lang="en-US" altLang="ja-JP" sz="1200" kern="1200" dirty="0" err="1">
                <a:solidFill>
                  <a:schemeClr val="tx1"/>
                </a:solidFill>
                <a:effectLst/>
                <a:latin typeface="+mn-lt"/>
                <a:ea typeface="+mn-ea"/>
                <a:cs typeface="+mn-cs"/>
              </a:rPr>
              <a:t>Switch,PlayStation,PC,etc.If</a:t>
            </a:r>
            <a:r>
              <a:rPr kumimoji="1" lang="en-US" altLang="ja-JP" sz="1200" kern="1200" dirty="0">
                <a:solidFill>
                  <a:schemeClr val="tx1"/>
                </a:solidFill>
                <a:effectLst/>
                <a:latin typeface="+mn-lt"/>
                <a:ea typeface="+mn-ea"/>
                <a:cs typeface="+mn-cs"/>
              </a:rPr>
              <a:t> you would like to play ,you shouldn't play too much because you will get addicted.</a:t>
            </a:r>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4</a:t>
            </a:fld>
            <a:endParaRPr kumimoji="1" lang="ja-JP" altLang="en-US"/>
          </a:p>
        </p:txBody>
      </p:sp>
    </p:spTree>
    <p:extLst>
      <p:ext uri="{BB962C8B-B14F-4D97-AF65-F5344CB8AC3E}">
        <p14:creationId xmlns:p14="http://schemas.microsoft.com/office/powerpoint/2010/main" val="2167070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It seems that video games have a </a:t>
            </a:r>
            <a:r>
              <a:rPr kumimoji="1" lang="en-US" altLang="ja-JP" sz="1200" kern="1200" dirty="0" err="1">
                <a:solidFill>
                  <a:schemeClr val="tx1"/>
                </a:solidFill>
                <a:effectLst/>
                <a:latin typeface="+mn-lt"/>
                <a:ea typeface="+mn-ea"/>
                <a:cs typeface="+mn-cs"/>
              </a:rPr>
              <a:t>history.I</a:t>
            </a:r>
            <a:r>
              <a:rPr kumimoji="1" lang="en-US" altLang="ja-JP" sz="1200" kern="1200" dirty="0">
                <a:solidFill>
                  <a:schemeClr val="tx1"/>
                </a:solidFill>
                <a:effectLst/>
                <a:latin typeface="+mn-lt"/>
                <a:ea typeface="+mn-ea"/>
                <a:cs typeface="+mn-cs"/>
              </a:rPr>
              <a:t> didn't know about the history of </a:t>
            </a:r>
            <a:r>
              <a:rPr kumimoji="1" lang="en-US" altLang="ja-JP" sz="1200" kern="1200" dirty="0" err="1">
                <a:solidFill>
                  <a:schemeClr val="tx1"/>
                </a:solidFill>
                <a:effectLst/>
                <a:latin typeface="+mn-lt"/>
                <a:ea typeface="+mn-ea"/>
                <a:cs typeface="+mn-cs"/>
              </a:rPr>
              <a:t>them,so</a:t>
            </a:r>
            <a:r>
              <a:rPr kumimoji="1" lang="en-US" altLang="ja-JP" sz="1200" kern="1200" dirty="0">
                <a:solidFill>
                  <a:schemeClr val="tx1"/>
                </a:solidFill>
                <a:effectLst/>
                <a:latin typeface="+mn-lt"/>
                <a:ea typeface="+mn-ea"/>
                <a:cs typeface="+mn-cs"/>
              </a:rPr>
              <a:t> I searched </a:t>
            </a:r>
            <a:r>
              <a:rPr kumimoji="1" lang="en-US" altLang="ja-JP" sz="1200" kern="1200" dirty="0" err="1">
                <a:solidFill>
                  <a:schemeClr val="tx1"/>
                </a:solidFill>
                <a:effectLst/>
                <a:latin typeface="+mn-lt"/>
                <a:ea typeface="+mn-ea"/>
                <a:cs typeface="+mn-cs"/>
              </a:rPr>
              <a:t>it.Computer</a:t>
            </a:r>
            <a:r>
              <a:rPr kumimoji="1" lang="en-US" altLang="ja-JP" sz="1200" kern="1200" dirty="0">
                <a:solidFill>
                  <a:schemeClr val="tx1"/>
                </a:solidFill>
                <a:effectLst/>
                <a:latin typeface="+mn-lt"/>
                <a:ea typeface="+mn-ea"/>
                <a:cs typeface="+mn-cs"/>
              </a:rPr>
              <a:t> games developed by an American company in 1972 and from there games gradually became </a:t>
            </a:r>
            <a:r>
              <a:rPr kumimoji="1" lang="en-US" altLang="ja-JP" sz="1200" kern="1200" dirty="0" err="1">
                <a:solidFill>
                  <a:schemeClr val="tx1"/>
                </a:solidFill>
                <a:effectLst/>
                <a:latin typeface="+mn-lt"/>
                <a:ea typeface="+mn-ea"/>
                <a:cs typeface="+mn-cs"/>
              </a:rPr>
              <a:t>famous.They</a:t>
            </a:r>
            <a:r>
              <a:rPr kumimoji="1" lang="en-US" altLang="ja-JP" sz="1200" kern="1200" dirty="0">
                <a:solidFill>
                  <a:schemeClr val="tx1"/>
                </a:solidFill>
                <a:effectLst/>
                <a:latin typeface="+mn-lt"/>
                <a:ea typeface="+mn-ea"/>
                <a:cs typeface="+mn-cs"/>
              </a:rPr>
              <a:t> have been popular in Japan since 1972.Famous companies are Nintendo and Sony. There are many people in the world who have developed many games, </a:t>
            </a:r>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5</a:t>
            </a:fld>
            <a:endParaRPr kumimoji="1" lang="ja-JP" altLang="en-US"/>
          </a:p>
        </p:txBody>
      </p:sp>
    </p:spTree>
    <p:extLst>
      <p:ext uri="{BB962C8B-B14F-4D97-AF65-F5344CB8AC3E}">
        <p14:creationId xmlns:p14="http://schemas.microsoft.com/office/powerpoint/2010/main" val="3188897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and I would like to introduce some of my favorite </a:t>
            </a:r>
            <a:r>
              <a:rPr kumimoji="1" lang="en-US" altLang="ja-JP" sz="1200" kern="1200" dirty="0" err="1">
                <a:solidFill>
                  <a:schemeClr val="tx1"/>
                </a:solidFill>
                <a:effectLst/>
                <a:latin typeface="+mn-lt"/>
                <a:ea typeface="+mn-ea"/>
                <a:cs typeface="+mn-cs"/>
              </a:rPr>
              <a:t>person.I</a:t>
            </a:r>
            <a:r>
              <a:rPr kumimoji="1" lang="en-US" altLang="ja-JP" sz="1200" kern="1200" dirty="0">
                <a:solidFill>
                  <a:schemeClr val="tx1"/>
                </a:solidFill>
                <a:effectLst/>
                <a:latin typeface="+mn-lt"/>
                <a:ea typeface="+mn-ea"/>
                <a:cs typeface="+mn-cs"/>
              </a:rPr>
              <a:t> like Sakurai Masahiro.</a:t>
            </a:r>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6</a:t>
            </a:fld>
            <a:endParaRPr kumimoji="1" lang="ja-JP" altLang="en-US"/>
          </a:p>
        </p:txBody>
      </p:sp>
    </p:spTree>
    <p:extLst>
      <p:ext uri="{BB962C8B-B14F-4D97-AF65-F5344CB8AC3E}">
        <p14:creationId xmlns:p14="http://schemas.microsoft.com/office/powerpoint/2010/main" val="230094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He developed Super Smash Bros and Kirby's Dream </a:t>
            </a:r>
            <a:r>
              <a:rPr kumimoji="1" lang="en-US" altLang="ja-JP" sz="1200" kern="1200" dirty="0" err="1">
                <a:solidFill>
                  <a:schemeClr val="tx1"/>
                </a:solidFill>
                <a:effectLst/>
                <a:latin typeface="+mn-lt"/>
                <a:ea typeface="+mn-ea"/>
                <a:cs typeface="+mn-cs"/>
              </a:rPr>
              <a:t>Land.I</a:t>
            </a:r>
            <a:r>
              <a:rPr kumimoji="1" lang="en-US" altLang="ja-JP" sz="1200" kern="1200" dirty="0">
                <a:solidFill>
                  <a:schemeClr val="tx1"/>
                </a:solidFill>
                <a:effectLst/>
                <a:latin typeface="+mn-lt"/>
                <a:ea typeface="+mn-ea"/>
                <a:cs typeface="+mn-cs"/>
              </a:rPr>
              <a:t> like </a:t>
            </a:r>
            <a:r>
              <a:rPr kumimoji="1" lang="en-US" altLang="ja-JP" sz="1200" kern="1200" dirty="0" err="1">
                <a:solidFill>
                  <a:schemeClr val="tx1"/>
                </a:solidFill>
                <a:effectLst/>
                <a:latin typeface="+mn-lt"/>
                <a:ea typeface="+mn-ea"/>
                <a:cs typeface="+mn-cs"/>
              </a:rPr>
              <a:t>Kirby,so</a:t>
            </a:r>
            <a:r>
              <a:rPr kumimoji="1" lang="en-US" altLang="ja-JP" sz="1200" kern="1200" dirty="0">
                <a:solidFill>
                  <a:schemeClr val="tx1"/>
                </a:solidFill>
                <a:effectLst/>
                <a:latin typeface="+mn-lt"/>
                <a:ea typeface="+mn-ea"/>
                <a:cs typeface="+mn-cs"/>
              </a:rPr>
              <a:t> I thank him.</a:t>
            </a:r>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7</a:t>
            </a:fld>
            <a:endParaRPr kumimoji="1" lang="ja-JP" altLang="en-US"/>
          </a:p>
        </p:txBody>
      </p:sp>
    </p:spTree>
    <p:extLst>
      <p:ext uri="{BB962C8B-B14F-4D97-AF65-F5344CB8AC3E}">
        <p14:creationId xmlns:p14="http://schemas.microsoft.com/office/powerpoint/2010/main" val="2440345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And </a:t>
            </a:r>
            <a:r>
              <a:rPr kumimoji="1" lang="en-US" altLang="ja-JP" sz="1200" kern="1200" dirty="0" err="1">
                <a:solidFill>
                  <a:schemeClr val="tx1"/>
                </a:solidFill>
                <a:effectLst/>
                <a:latin typeface="+mn-lt"/>
                <a:ea typeface="+mn-ea"/>
                <a:cs typeface="+mn-cs"/>
              </a:rPr>
              <a:t>then,I</a:t>
            </a:r>
            <a:r>
              <a:rPr kumimoji="1" lang="en-US" altLang="ja-JP" sz="1200" kern="1200" dirty="0">
                <a:solidFill>
                  <a:schemeClr val="tx1"/>
                </a:solidFill>
                <a:effectLst/>
                <a:latin typeface="+mn-lt"/>
                <a:ea typeface="+mn-ea"/>
                <a:cs typeface="+mn-cs"/>
              </a:rPr>
              <a:t> like playing video games and I think I will continue this interest in the future.</a:t>
            </a:r>
            <a:endParaRPr kumimoji="1" lang="ja-JP"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By the </a:t>
            </a:r>
            <a:r>
              <a:rPr kumimoji="1" lang="en-US" altLang="ja-JP" sz="1200" kern="1200" dirty="0" err="1">
                <a:solidFill>
                  <a:schemeClr val="tx1"/>
                </a:solidFill>
                <a:effectLst/>
                <a:latin typeface="+mn-lt"/>
                <a:ea typeface="+mn-ea"/>
                <a:cs typeface="+mn-cs"/>
              </a:rPr>
              <a:t>way,I</a:t>
            </a:r>
            <a:r>
              <a:rPr kumimoji="1" lang="en-US" altLang="ja-JP" sz="1200" kern="1200" dirty="0">
                <a:solidFill>
                  <a:schemeClr val="tx1"/>
                </a:solidFill>
                <a:effectLst/>
                <a:latin typeface="+mn-lt"/>
                <a:ea typeface="+mn-ea"/>
                <a:cs typeface="+mn-cs"/>
              </a:rPr>
              <a:t> want to work in the security field in the </a:t>
            </a:r>
            <a:r>
              <a:rPr kumimoji="1" lang="en-US" altLang="ja-JP" sz="1200" kern="1200" dirty="0" err="1">
                <a:solidFill>
                  <a:schemeClr val="tx1"/>
                </a:solidFill>
                <a:effectLst/>
                <a:latin typeface="+mn-lt"/>
                <a:ea typeface="+mn-ea"/>
                <a:cs typeface="+mn-cs"/>
              </a:rPr>
              <a:t>future,so</a:t>
            </a:r>
            <a:r>
              <a:rPr kumimoji="1" lang="en-US" altLang="ja-JP" sz="1200" kern="1200" dirty="0">
                <a:solidFill>
                  <a:schemeClr val="tx1"/>
                </a:solidFill>
                <a:effectLst/>
                <a:latin typeface="+mn-lt"/>
                <a:ea typeface="+mn-ea"/>
                <a:cs typeface="+mn-cs"/>
              </a:rPr>
              <a:t> I don't think it is relevant to my </a:t>
            </a:r>
            <a:r>
              <a:rPr kumimoji="1" lang="en-US" altLang="ja-JP" sz="1200" kern="1200" dirty="0" err="1">
                <a:solidFill>
                  <a:schemeClr val="tx1"/>
                </a:solidFill>
                <a:effectLst/>
                <a:latin typeface="+mn-lt"/>
                <a:ea typeface="+mn-ea"/>
                <a:cs typeface="+mn-cs"/>
              </a:rPr>
              <a:t>career.But,they</a:t>
            </a:r>
            <a:r>
              <a:rPr kumimoji="1" lang="en-US" altLang="ja-JP" sz="1200" kern="1200" dirty="0">
                <a:solidFill>
                  <a:schemeClr val="tx1"/>
                </a:solidFill>
                <a:effectLst/>
                <a:latin typeface="+mn-lt"/>
                <a:ea typeface="+mn-ea"/>
                <a:cs typeface="+mn-cs"/>
              </a:rPr>
              <a:t> I play most often are games that require team </a:t>
            </a:r>
            <a:r>
              <a:rPr kumimoji="1" lang="en-US" altLang="ja-JP" sz="1200" kern="1200" dirty="0" err="1">
                <a:solidFill>
                  <a:schemeClr val="tx1"/>
                </a:solidFill>
                <a:effectLst/>
                <a:latin typeface="+mn-lt"/>
                <a:ea typeface="+mn-ea"/>
                <a:cs typeface="+mn-cs"/>
              </a:rPr>
              <a:t>play,so</a:t>
            </a:r>
            <a:r>
              <a:rPr kumimoji="1" lang="en-US" altLang="ja-JP" sz="1200" kern="1200" dirty="0">
                <a:solidFill>
                  <a:schemeClr val="tx1"/>
                </a:solidFill>
                <a:effectLst/>
                <a:latin typeface="+mn-lt"/>
                <a:ea typeface="+mn-ea"/>
                <a:cs typeface="+mn-cs"/>
              </a:rPr>
              <a:t> I learned the importance of communicating with my friends and the importance of </a:t>
            </a:r>
            <a:r>
              <a:rPr kumimoji="1" lang="en-US" altLang="ja-JP" sz="1200" kern="1200" dirty="0" err="1">
                <a:solidFill>
                  <a:schemeClr val="tx1"/>
                </a:solidFill>
                <a:effectLst/>
                <a:latin typeface="+mn-lt"/>
                <a:ea typeface="+mn-ea"/>
                <a:cs typeface="+mn-cs"/>
              </a:rPr>
              <a:t>teamwork.I</a:t>
            </a:r>
            <a:r>
              <a:rPr kumimoji="1" lang="en-US" altLang="ja-JP" sz="1200" kern="1200" dirty="0">
                <a:solidFill>
                  <a:schemeClr val="tx1"/>
                </a:solidFill>
                <a:effectLst/>
                <a:latin typeface="+mn-lt"/>
                <a:ea typeface="+mn-ea"/>
                <a:cs typeface="+mn-cs"/>
              </a:rPr>
              <a:t> think I will learn the importance of focusing on </a:t>
            </a:r>
            <a:r>
              <a:rPr kumimoji="1" lang="en-US" altLang="ja-JP" sz="1200" kern="1200" dirty="0" err="1">
                <a:solidFill>
                  <a:schemeClr val="tx1"/>
                </a:solidFill>
                <a:effectLst/>
                <a:latin typeface="+mn-lt"/>
                <a:ea typeface="+mn-ea"/>
                <a:cs typeface="+mn-cs"/>
              </a:rPr>
              <a:t>something.And</a:t>
            </a:r>
            <a:r>
              <a:rPr kumimoji="1" lang="en-US" altLang="ja-JP" sz="1200" kern="1200" dirty="0">
                <a:solidFill>
                  <a:schemeClr val="tx1"/>
                </a:solidFill>
                <a:effectLst/>
                <a:latin typeface="+mn-lt"/>
                <a:ea typeface="+mn-ea"/>
                <a:cs typeface="+mn-cs"/>
              </a:rPr>
              <a:t> </a:t>
            </a:r>
            <a:r>
              <a:rPr kumimoji="1" lang="en-US" altLang="ja-JP" sz="1200" kern="1200" dirty="0" err="1">
                <a:solidFill>
                  <a:schemeClr val="tx1"/>
                </a:solidFill>
                <a:effectLst/>
                <a:latin typeface="+mn-lt"/>
                <a:ea typeface="+mn-ea"/>
                <a:cs typeface="+mn-cs"/>
              </a:rPr>
              <a:t>then,I'm</a:t>
            </a:r>
            <a:r>
              <a:rPr kumimoji="1" lang="en-US" altLang="ja-JP" sz="1200" kern="1200" dirty="0">
                <a:solidFill>
                  <a:schemeClr val="tx1"/>
                </a:solidFill>
                <a:effectLst/>
                <a:latin typeface="+mn-lt"/>
                <a:ea typeface="+mn-ea"/>
                <a:cs typeface="+mn-cs"/>
              </a:rPr>
              <a:t> not good enough at the game to win any prize </a:t>
            </a:r>
            <a:r>
              <a:rPr kumimoji="1" lang="en-US" altLang="ja-JP" sz="1200" kern="1200" dirty="0" err="1">
                <a:solidFill>
                  <a:schemeClr val="tx1"/>
                </a:solidFill>
                <a:effectLst/>
                <a:latin typeface="+mn-lt"/>
                <a:ea typeface="+mn-ea"/>
                <a:cs typeface="+mn-cs"/>
              </a:rPr>
              <a:t>money,so</a:t>
            </a:r>
            <a:r>
              <a:rPr kumimoji="1" lang="en-US" altLang="ja-JP" sz="1200" kern="1200" dirty="0">
                <a:solidFill>
                  <a:schemeClr val="tx1"/>
                </a:solidFill>
                <a:effectLst/>
                <a:latin typeface="+mn-lt"/>
                <a:ea typeface="+mn-ea"/>
                <a:cs typeface="+mn-cs"/>
              </a:rPr>
              <a:t> </a:t>
            </a:r>
            <a:r>
              <a:rPr kumimoji="1" lang="en-US" altLang="ja-JP" sz="1200" kern="1200" dirty="0" err="1">
                <a:solidFill>
                  <a:schemeClr val="tx1"/>
                </a:solidFill>
                <a:effectLst/>
                <a:latin typeface="+mn-lt"/>
                <a:ea typeface="+mn-ea"/>
                <a:cs typeface="+mn-cs"/>
              </a:rPr>
              <a:t>Idon't</a:t>
            </a:r>
            <a:r>
              <a:rPr kumimoji="1" lang="en-US" altLang="ja-JP" sz="1200" kern="1200" dirty="0">
                <a:solidFill>
                  <a:schemeClr val="tx1"/>
                </a:solidFill>
                <a:effectLst/>
                <a:latin typeface="+mn-lt"/>
                <a:ea typeface="+mn-ea"/>
                <a:cs typeface="+mn-cs"/>
              </a:rPr>
              <a:t> think it would be worth the money.</a:t>
            </a:r>
            <a:endParaRPr kumimoji="1" lang="ja-JP" altLang="ja-JP" sz="120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8</a:t>
            </a:fld>
            <a:endParaRPr kumimoji="1" lang="ja-JP" altLang="en-US"/>
          </a:p>
        </p:txBody>
      </p:sp>
    </p:spTree>
    <p:extLst>
      <p:ext uri="{BB962C8B-B14F-4D97-AF65-F5344CB8AC3E}">
        <p14:creationId xmlns:p14="http://schemas.microsoft.com/office/powerpoint/2010/main" val="1429469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In </a:t>
            </a:r>
            <a:r>
              <a:rPr kumimoji="1" lang="en-US" altLang="ja-JP" sz="1200" kern="1200" dirty="0" err="1">
                <a:solidFill>
                  <a:schemeClr val="tx1"/>
                </a:solidFill>
                <a:effectLst/>
                <a:latin typeface="+mn-lt"/>
                <a:ea typeface="+mn-ea"/>
                <a:cs typeface="+mn-cs"/>
              </a:rPr>
              <a:t>conclusion,anyone</a:t>
            </a:r>
            <a:r>
              <a:rPr kumimoji="1" lang="en-US" altLang="ja-JP" sz="1200" kern="1200" dirty="0">
                <a:solidFill>
                  <a:schemeClr val="tx1"/>
                </a:solidFill>
                <a:effectLst/>
                <a:latin typeface="+mn-lt"/>
                <a:ea typeface="+mn-ea"/>
                <a:cs typeface="+mn-cs"/>
              </a:rPr>
              <a:t> enjoy playing games and make them a </a:t>
            </a:r>
            <a:r>
              <a:rPr kumimoji="1" lang="en-US" altLang="ja-JP" sz="1200" kern="1200" dirty="0" err="1">
                <a:solidFill>
                  <a:schemeClr val="tx1"/>
                </a:solidFill>
                <a:effectLst/>
                <a:latin typeface="+mn-lt"/>
                <a:ea typeface="+mn-ea"/>
                <a:cs typeface="+mn-cs"/>
              </a:rPr>
              <a:t>hobby,even</a:t>
            </a:r>
            <a:r>
              <a:rPr kumimoji="1" lang="en-US" altLang="ja-JP" sz="1200" kern="1200" dirty="0">
                <a:solidFill>
                  <a:schemeClr val="tx1"/>
                </a:solidFill>
                <a:effectLst/>
                <a:latin typeface="+mn-lt"/>
                <a:ea typeface="+mn-ea"/>
                <a:cs typeface="+mn-cs"/>
              </a:rPr>
              <a:t> if they </a:t>
            </a:r>
            <a:r>
              <a:rPr kumimoji="1" lang="en-US" altLang="ja-JP" sz="1200" kern="1200" dirty="0" err="1">
                <a:solidFill>
                  <a:schemeClr val="tx1"/>
                </a:solidFill>
                <a:effectLst/>
                <a:latin typeface="+mn-lt"/>
                <a:ea typeface="+mn-ea"/>
                <a:cs typeface="+mn-cs"/>
              </a:rPr>
              <a:t>are'nt</a:t>
            </a:r>
            <a:r>
              <a:rPr kumimoji="1" lang="en-US" altLang="ja-JP" sz="1200" kern="1200" dirty="0">
                <a:solidFill>
                  <a:schemeClr val="tx1"/>
                </a:solidFill>
                <a:effectLst/>
                <a:latin typeface="+mn-lt"/>
                <a:ea typeface="+mn-ea"/>
                <a:cs typeface="+mn-cs"/>
              </a:rPr>
              <a:t> good at them. We encourage you to make games your hobby.</a:t>
            </a:r>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9</a:t>
            </a:fld>
            <a:endParaRPr kumimoji="1" lang="ja-JP" altLang="en-US"/>
          </a:p>
        </p:txBody>
      </p:sp>
    </p:spTree>
    <p:extLst>
      <p:ext uri="{BB962C8B-B14F-4D97-AF65-F5344CB8AC3E}">
        <p14:creationId xmlns:p14="http://schemas.microsoft.com/office/powerpoint/2010/main" val="2027188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kern="1200">
                <a:solidFill>
                  <a:schemeClr val="tx1"/>
                </a:solidFill>
                <a:effectLst/>
                <a:latin typeface="+mn-lt"/>
                <a:ea typeface="+mn-ea"/>
                <a:cs typeface="+mn-cs"/>
              </a:rPr>
              <a:t>Thank you for listening</a:t>
            </a:r>
            <a:endParaRPr kumimoji="1" lang="ja-JP" altLang="en-US"/>
          </a:p>
        </p:txBody>
      </p:sp>
      <p:sp>
        <p:nvSpPr>
          <p:cNvPr id="4" name="スライド番号プレースホルダー 3"/>
          <p:cNvSpPr>
            <a:spLocks noGrp="1"/>
          </p:cNvSpPr>
          <p:nvPr>
            <p:ph type="sldNum" sz="quarter" idx="5"/>
          </p:nvPr>
        </p:nvSpPr>
        <p:spPr/>
        <p:txBody>
          <a:bodyPr/>
          <a:lstStyle/>
          <a:p>
            <a:fld id="{33BD8C07-7598-41FC-9216-57E1CAF6A558}" type="slidenum">
              <a:rPr kumimoji="1" lang="ja-JP" altLang="en-US" smtClean="0"/>
              <a:t>10</a:t>
            </a:fld>
            <a:endParaRPr kumimoji="1" lang="ja-JP" altLang="en-US"/>
          </a:p>
        </p:txBody>
      </p:sp>
    </p:spTree>
    <p:extLst>
      <p:ext uri="{BB962C8B-B14F-4D97-AF65-F5344CB8AC3E}">
        <p14:creationId xmlns:p14="http://schemas.microsoft.com/office/powerpoint/2010/main" val="1938510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356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1634515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688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3540100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4082258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74663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4148884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5F1ED85-E0A0-46B2-9DE6-D7AC2EF279ED}" type="datetimeFigureOut">
              <a:rPr kumimoji="1" lang="ja-JP" altLang="en-US" smtClean="0"/>
              <a:t>2025/9/19</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3000380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409975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3069587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F1ED85-E0A0-46B2-9DE6-D7AC2EF279ED}" type="datetimeFigureOut">
              <a:rPr kumimoji="1" lang="ja-JP" altLang="en-US" smtClean="0"/>
              <a:t>2025/9/19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57EE31D-ACBD-4D7A-A04D-14D9B4A20E85}" type="slidenum">
              <a:rPr kumimoji="1" lang="ja-JP" altLang="en-US" smtClean="0"/>
              <a:t>‹#›</a:t>
            </a:fld>
            <a:endParaRPr kumimoji="1" lang="ja-JP" altLang="en-US"/>
          </a:p>
        </p:txBody>
      </p:sp>
    </p:spTree>
    <p:extLst>
      <p:ext uri="{BB962C8B-B14F-4D97-AF65-F5344CB8AC3E}">
        <p14:creationId xmlns:p14="http://schemas.microsoft.com/office/powerpoint/2010/main" val="2943208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5F1ED85-E0A0-46B2-9DE6-D7AC2EF279ED}" type="datetimeFigureOut">
              <a:rPr kumimoji="1" lang="ja-JP" altLang="en-US" smtClean="0"/>
              <a:t>2025/9/19</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57EE31D-ACBD-4D7A-A04D-14D9B4A20E85}" type="slidenum">
              <a:rPr kumimoji="1" lang="ja-JP" altLang="en-US" smtClean="0"/>
              <a:t>‹#›</a:t>
            </a:fld>
            <a:endParaRPr kumimoji="1" lang="ja-JP"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0803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92E679-C864-4EDB-9117-D20963D8B79D}"/>
              </a:ext>
            </a:extLst>
          </p:cNvPr>
          <p:cNvSpPr>
            <a:spLocks noGrp="1"/>
          </p:cNvSpPr>
          <p:nvPr>
            <p:ph type="ctrTitle"/>
          </p:nvPr>
        </p:nvSpPr>
        <p:spPr/>
        <p:txBody>
          <a:bodyPr>
            <a:normAutofit/>
          </a:bodyPr>
          <a:lstStyle/>
          <a:p>
            <a:r>
              <a:rPr kumimoji="1" lang="en-US" altLang="ja-JP" sz="11500" dirty="0"/>
              <a:t>My passion</a:t>
            </a:r>
            <a:endParaRPr kumimoji="1" lang="ja-JP" altLang="en-US" sz="11500" dirty="0"/>
          </a:p>
        </p:txBody>
      </p:sp>
      <p:sp>
        <p:nvSpPr>
          <p:cNvPr id="3" name="字幕 2">
            <a:extLst>
              <a:ext uri="{FF2B5EF4-FFF2-40B4-BE49-F238E27FC236}">
                <a16:creationId xmlns:a16="http://schemas.microsoft.com/office/drawing/2014/main" id="{95A3A35C-837A-424C-ADF3-759039477463}"/>
              </a:ext>
            </a:extLst>
          </p:cNvPr>
          <p:cNvSpPr>
            <a:spLocks noGrp="1"/>
          </p:cNvSpPr>
          <p:nvPr>
            <p:ph type="subTitle" idx="1"/>
          </p:nvPr>
        </p:nvSpPr>
        <p:spPr/>
        <p:txBody>
          <a:bodyPr>
            <a:normAutofit/>
          </a:bodyPr>
          <a:lstStyle/>
          <a:p>
            <a:pPr algn="r"/>
            <a:r>
              <a:rPr kumimoji="1" lang="en-US" altLang="ja-JP" sz="4400" dirty="0"/>
              <a:t>Yoshimasa Kitano</a:t>
            </a:r>
            <a:endParaRPr kumimoji="1" lang="ja-JP" altLang="en-US" sz="4400" dirty="0"/>
          </a:p>
        </p:txBody>
      </p:sp>
    </p:spTree>
    <p:extLst>
      <p:ext uri="{BB962C8B-B14F-4D97-AF65-F5344CB8AC3E}">
        <p14:creationId xmlns:p14="http://schemas.microsoft.com/office/powerpoint/2010/main" val="3945440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A508A7-8032-4AFB-8633-339D2EE3B08E}"/>
              </a:ext>
            </a:extLst>
          </p:cNvPr>
          <p:cNvSpPr>
            <a:spLocks noGrp="1"/>
          </p:cNvSpPr>
          <p:nvPr>
            <p:ph type="title"/>
          </p:nvPr>
        </p:nvSpPr>
        <p:spPr>
          <a:xfrm>
            <a:off x="809413" y="263527"/>
            <a:ext cx="10058400" cy="1450757"/>
          </a:xfrm>
        </p:spPr>
        <p:txBody>
          <a:bodyPr>
            <a:normAutofit/>
          </a:bodyPr>
          <a:lstStyle/>
          <a:p>
            <a:r>
              <a:rPr lang="en-US" altLang="ja-JP" sz="7200" dirty="0"/>
              <a:t>~</a:t>
            </a:r>
            <a:r>
              <a:rPr kumimoji="1" lang="en-US" altLang="ja-JP" sz="7200" dirty="0"/>
              <a:t>Self introduction</a:t>
            </a:r>
            <a:r>
              <a:rPr lang="en-US" altLang="ja-JP" sz="7200" dirty="0"/>
              <a:t>~</a:t>
            </a:r>
            <a:endParaRPr kumimoji="1" lang="ja-JP" altLang="en-US" sz="7200" dirty="0"/>
          </a:p>
        </p:txBody>
      </p:sp>
      <p:sp>
        <p:nvSpPr>
          <p:cNvPr id="3" name="コンテンツ プレースホルダー 2">
            <a:extLst>
              <a:ext uri="{FF2B5EF4-FFF2-40B4-BE49-F238E27FC236}">
                <a16:creationId xmlns:a16="http://schemas.microsoft.com/office/drawing/2014/main" id="{3363C031-69DF-40D9-AAFD-5B38E920F8FC}"/>
              </a:ext>
            </a:extLst>
          </p:cNvPr>
          <p:cNvSpPr>
            <a:spLocks noGrp="1"/>
          </p:cNvSpPr>
          <p:nvPr>
            <p:ph idx="1"/>
          </p:nvPr>
        </p:nvSpPr>
        <p:spPr>
          <a:xfrm>
            <a:off x="809413" y="2184399"/>
            <a:ext cx="9723120" cy="3701627"/>
          </a:xfrm>
        </p:spPr>
        <p:txBody>
          <a:bodyPr>
            <a:normAutofit/>
          </a:bodyPr>
          <a:lstStyle/>
          <a:p>
            <a:pPr marL="0" indent="0">
              <a:buNone/>
            </a:pPr>
            <a:r>
              <a:rPr kumimoji="1" lang="ja-JP" altLang="en-US" sz="5400" dirty="0"/>
              <a:t>・</a:t>
            </a:r>
            <a:r>
              <a:rPr kumimoji="1" lang="en-US" altLang="ja-JP" sz="5400" dirty="0"/>
              <a:t>Name: Yoshimasa Kitano</a:t>
            </a:r>
          </a:p>
          <a:p>
            <a:pPr marL="0" indent="0">
              <a:buNone/>
            </a:pPr>
            <a:r>
              <a:rPr lang="ja-JP" altLang="en-US" sz="5400" dirty="0"/>
              <a:t>・</a:t>
            </a:r>
            <a:r>
              <a:rPr lang="en-US" altLang="ja-JP" sz="5400" dirty="0"/>
              <a:t>Old: Nineteen years old</a:t>
            </a:r>
          </a:p>
          <a:p>
            <a:pPr marL="0" indent="0">
              <a:buNone/>
            </a:pPr>
            <a:r>
              <a:rPr lang="ja-JP" altLang="en-US" sz="5400" dirty="0"/>
              <a:t>・</a:t>
            </a:r>
            <a:r>
              <a:rPr lang="en-US" altLang="ja-JP" sz="5400" dirty="0"/>
              <a:t>Study: Security</a:t>
            </a:r>
          </a:p>
          <a:p>
            <a:pPr marL="0" indent="0">
              <a:buNone/>
            </a:pPr>
            <a:r>
              <a:rPr kumimoji="1" lang="ja-JP" altLang="en-US" sz="5400" dirty="0"/>
              <a:t>・</a:t>
            </a:r>
            <a:r>
              <a:rPr kumimoji="1" lang="en-US" altLang="ja-JP" sz="5400" dirty="0"/>
              <a:t>Future dream: White hat hacker</a:t>
            </a:r>
          </a:p>
          <a:p>
            <a:pPr marL="0" indent="0">
              <a:buNone/>
            </a:pPr>
            <a:endParaRPr lang="en-US" altLang="ja-JP" dirty="0"/>
          </a:p>
          <a:p>
            <a:pPr marL="0" indent="0">
              <a:buNone/>
            </a:pP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374343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29CC7FD-314B-4101-9924-4AAED930036E}"/>
              </a:ext>
            </a:extLst>
          </p:cNvPr>
          <p:cNvSpPr>
            <a:spLocks noGrp="1"/>
          </p:cNvSpPr>
          <p:nvPr>
            <p:ph type="title"/>
          </p:nvPr>
        </p:nvSpPr>
        <p:spPr>
          <a:xfrm>
            <a:off x="1097280" y="263527"/>
            <a:ext cx="10058400" cy="1450757"/>
          </a:xfrm>
        </p:spPr>
        <p:txBody>
          <a:bodyPr>
            <a:normAutofit/>
          </a:bodyPr>
          <a:lstStyle/>
          <a:p>
            <a:r>
              <a:rPr lang="en-US" altLang="ja-JP" sz="7200" dirty="0"/>
              <a:t>~My passion~</a:t>
            </a:r>
            <a:endParaRPr kumimoji="1" lang="ja-JP" altLang="en-US" sz="7200" dirty="0"/>
          </a:p>
        </p:txBody>
      </p:sp>
      <p:pic>
        <p:nvPicPr>
          <p:cNvPr id="1026" name="Picture 2" descr="ゲームに熱中している男の子のイラスト | かわいいフリー素材集 いらすとや">
            <a:extLst>
              <a:ext uri="{FF2B5EF4-FFF2-40B4-BE49-F238E27FC236}">
                <a16:creationId xmlns:a16="http://schemas.microsoft.com/office/drawing/2014/main" id="{09788B08-D1F7-4D77-80E5-E30B3DB820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6" y="1810800"/>
            <a:ext cx="5705475" cy="4503522"/>
          </a:xfrm>
          <a:prstGeom prst="rect">
            <a:avLst/>
          </a:prstGeom>
          <a:noFill/>
          <a:extLst>
            <a:ext uri="{909E8E84-426E-40DD-AFC4-6F175D3DCCD1}">
              <a14:hiddenFill xmlns:a14="http://schemas.microsoft.com/office/drawing/2010/main">
                <a:solidFill>
                  <a:srgbClr val="FFFFFF"/>
                </a:solidFill>
              </a14:hiddenFill>
            </a:ext>
          </a:extLst>
        </p:spPr>
      </p:pic>
      <p:sp>
        <p:nvSpPr>
          <p:cNvPr id="6" name="タイトル 1">
            <a:extLst>
              <a:ext uri="{FF2B5EF4-FFF2-40B4-BE49-F238E27FC236}">
                <a16:creationId xmlns:a16="http://schemas.microsoft.com/office/drawing/2014/main" id="{CD76C4EB-4A36-49D7-8C26-545E0C8AEDFC}"/>
              </a:ext>
            </a:extLst>
          </p:cNvPr>
          <p:cNvSpPr txBox="1">
            <a:spLocks/>
          </p:cNvSpPr>
          <p:nvPr/>
        </p:nvSpPr>
        <p:spPr>
          <a:xfrm>
            <a:off x="5697008" y="2226202"/>
            <a:ext cx="6393392" cy="3500343"/>
          </a:xfrm>
          <a:prstGeom prst="rect">
            <a:avLst/>
          </a:prstGeom>
        </p:spPr>
        <p:txBody>
          <a:bodyPr vert="horz" lIns="91440" tIns="45720" rIns="91440" bIns="45720" rtlCol="0" anchor="ctr">
            <a:normAutofit/>
          </a:bodyPr>
          <a:lstStyle>
            <a:lvl1pPr marL="0"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pPr algn="ctr"/>
            <a:r>
              <a:rPr lang="en-US" altLang="ja-JP" sz="8800" dirty="0"/>
              <a:t>Playing</a:t>
            </a:r>
          </a:p>
          <a:p>
            <a:pPr algn="ctr"/>
            <a:r>
              <a:rPr lang="en-US" altLang="ja-JP" sz="8800" dirty="0"/>
              <a:t>video games</a:t>
            </a:r>
            <a:endParaRPr lang="ja-JP" altLang="en-US" sz="8800" dirty="0"/>
          </a:p>
        </p:txBody>
      </p:sp>
    </p:spTree>
    <p:extLst>
      <p:ext uri="{BB962C8B-B14F-4D97-AF65-F5344CB8AC3E}">
        <p14:creationId xmlns:p14="http://schemas.microsoft.com/office/powerpoint/2010/main" val="151519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anim calcmode="lin" valueType="num">
                                      <p:cBhvr>
                                        <p:cTn id="1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66" name="Picture 18" descr="Ps5」の写真素材 | 5,537件の無料イラスト画像 | Adobe Stock">
            <a:extLst>
              <a:ext uri="{FF2B5EF4-FFF2-40B4-BE49-F238E27FC236}">
                <a16:creationId xmlns:a16="http://schemas.microsoft.com/office/drawing/2014/main" id="{54EDAC72-4702-4EE3-BAB5-C5A20A3654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052" y="1850881"/>
            <a:ext cx="6522674" cy="458625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intendo Switch&quot;」の写真素材 | 1,353件の無料イラスト画像 | Adobe Stock">
            <a:extLst>
              <a:ext uri="{FF2B5EF4-FFF2-40B4-BE49-F238E27FC236}">
                <a16:creationId xmlns:a16="http://schemas.microsoft.com/office/drawing/2014/main" id="{68E7BEBE-6F57-419B-A4E7-45D1DA23F9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335" y="233796"/>
            <a:ext cx="6188365" cy="2713534"/>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パソコンのイラスト | エコのモト">
            <a:extLst>
              <a:ext uri="{FF2B5EF4-FFF2-40B4-BE49-F238E27FC236}">
                <a16:creationId xmlns:a16="http://schemas.microsoft.com/office/drawing/2014/main" id="{A0464A31-BE0A-4D90-96D1-94659EA11C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0745" y="2400416"/>
            <a:ext cx="5089984" cy="5089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90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66"/>
                                        </p:tgtEl>
                                        <p:attrNameLst>
                                          <p:attrName>style.visibility</p:attrName>
                                        </p:attrNameLst>
                                      </p:cBhvr>
                                      <p:to>
                                        <p:strVal val="visible"/>
                                      </p:to>
                                    </p:set>
                                    <p:animEffect transition="in" filter="fade">
                                      <p:cBhvr>
                                        <p:cTn id="12" dur="500"/>
                                        <p:tgtEl>
                                          <p:spTgt spid="20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68"/>
                                        </p:tgtEl>
                                        <p:attrNameLst>
                                          <p:attrName>style.visibility</p:attrName>
                                        </p:attrNameLst>
                                      </p:cBhvr>
                                      <p:to>
                                        <p:strVal val="visible"/>
                                      </p:to>
                                    </p:set>
                                    <p:animEffect transition="in" filter="fade">
                                      <p:cBhvr>
                                        <p:cTn id="17" dur="500"/>
                                        <p:tgtEl>
                                          <p:spTgt spid="2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5905C9E-C02E-496F-840B-A45EAEDE595B}"/>
              </a:ext>
            </a:extLst>
          </p:cNvPr>
          <p:cNvSpPr>
            <a:spLocks noGrp="1"/>
          </p:cNvSpPr>
          <p:nvPr>
            <p:ph idx="1"/>
          </p:nvPr>
        </p:nvSpPr>
        <p:spPr>
          <a:xfrm>
            <a:off x="755072" y="1692132"/>
            <a:ext cx="10681855" cy="4123422"/>
          </a:xfrm>
        </p:spPr>
        <p:txBody>
          <a:bodyPr anchor="ctr">
            <a:normAutofit/>
          </a:bodyPr>
          <a:lstStyle/>
          <a:p>
            <a:r>
              <a:rPr kumimoji="1" lang="ja-JP" altLang="en-US" sz="4800" dirty="0"/>
              <a:t>・</a:t>
            </a:r>
            <a:r>
              <a:rPr lang="en-US" altLang="ja-JP" sz="4800" dirty="0"/>
              <a:t>D</a:t>
            </a:r>
            <a:r>
              <a:rPr kumimoji="1" lang="en-US" altLang="ja-JP" sz="4800" dirty="0"/>
              <a:t>eveloped : American company in 1972</a:t>
            </a:r>
          </a:p>
          <a:p>
            <a:r>
              <a:rPr lang="ja-JP" altLang="en-US" sz="4800" dirty="0"/>
              <a:t>・</a:t>
            </a:r>
            <a:r>
              <a:rPr lang="en-US" altLang="ja-JP" sz="4800" dirty="0"/>
              <a:t>Famous company : Nintendo, Sony</a:t>
            </a:r>
          </a:p>
        </p:txBody>
      </p:sp>
      <p:sp>
        <p:nvSpPr>
          <p:cNvPr id="4" name="タイトル 1">
            <a:extLst>
              <a:ext uri="{FF2B5EF4-FFF2-40B4-BE49-F238E27FC236}">
                <a16:creationId xmlns:a16="http://schemas.microsoft.com/office/drawing/2014/main" id="{700FEE99-B807-414A-B4EB-55C32E7EC287}"/>
              </a:ext>
            </a:extLst>
          </p:cNvPr>
          <p:cNvSpPr>
            <a:spLocks noGrp="1"/>
          </p:cNvSpPr>
          <p:nvPr>
            <p:ph type="title"/>
          </p:nvPr>
        </p:nvSpPr>
        <p:spPr>
          <a:xfrm>
            <a:off x="1066800" y="263527"/>
            <a:ext cx="10058400" cy="1450757"/>
          </a:xfrm>
        </p:spPr>
        <p:txBody>
          <a:bodyPr>
            <a:normAutofit/>
          </a:bodyPr>
          <a:lstStyle/>
          <a:p>
            <a:r>
              <a:rPr lang="en-US" altLang="ja-JP" sz="7200" dirty="0"/>
              <a:t>~History~</a:t>
            </a:r>
            <a:endParaRPr kumimoji="1" lang="ja-JP" altLang="en-US" sz="7200" dirty="0"/>
          </a:p>
        </p:txBody>
      </p:sp>
    </p:spTree>
    <p:extLst>
      <p:ext uri="{BB962C8B-B14F-4D97-AF65-F5344CB8AC3E}">
        <p14:creationId xmlns:p14="http://schemas.microsoft.com/office/powerpoint/2010/main" val="401371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36EC8E6F-EE9A-4DD1-94F4-BE1F3E41FD0C}"/>
              </a:ext>
            </a:extLst>
          </p:cNvPr>
          <p:cNvSpPr>
            <a:spLocks noGrp="1"/>
          </p:cNvSpPr>
          <p:nvPr>
            <p:ph type="title"/>
          </p:nvPr>
        </p:nvSpPr>
        <p:spPr>
          <a:xfrm>
            <a:off x="809413" y="263527"/>
            <a:ext cx="10058400" cy="1450757"/>
          </a:xfrm>
        </p:spPr>
        <p:txBody>
          <a:bodyPr>
            <a:normAutofit/>
          </a:bodyPr>
          <a:lstStyle/>
          <a:p>
            <a:r>
              <a:rPr lang="en-US" altLang="ja-JP" sz="7200" dirty="0"/>
              <a:t>~My favorite person~</a:t>
            </a:r>
            <a:endParaRPr kumimoji="1" lang="ja-JP" altLang="en-US" sz="7200" dirty="0"/>
          </a:p>
        </p:txBody>
      </p:sp>
      <p:pic>
        <p:nvPicPr>
          <p:cNvPr id="3074" name="Picture 2" descr="桜井政博のゲーム作るには」は非常に低い確率が何層も重ならないと実現できないチャンネルだった">
            <a:extLst>
              <a:ext uri="{FF2B5EF4-FFF2-40B4-BE49-F238E27FC236}">
                <a16:creationId xmlns:a16="http://schemas.microsoft.com/office/drawing/2014/main" id="{62261930-A8BD-4F30-A614-66B2E75EA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2" y="1948872"/>
            <a:ext cx="5911698" cy="3939308"/>
          </a:xfrm>
          <a:prstGeom prst="rect">
            <a:avLst/>
          </a:prstGeom>
          <a:noFill/>
          <a:extLst>
            <a:ext uri="{909E8E84-426E-40DD-AFC4-6F175D3DCCD1}">
              <a14:hiddenFill xmlns:a14="http://schemas.microsoft.com/office/drawing/2010/main">
                <a:solidFill>
                  <a:srgbClr val="FFFFFF"/>
                </a:solidFill>
              </a14:hiddenFill>
            </a:ext>
          </a:extLst>
        </p:spPr>
      </p:pic>
      <p:sp>
        <p:nvSpPr>
          <p:cNvPr id="6" name="タイトル 1">
            <a:extLst>
              <a:ext uri="{FF2B5EF4-FFF2-40B4-BE49-F238E27FC236}">
                <a16:creationId xmlns:a16="http://schemas.microsoft.com/office/drawing/2014/main" id="{17FF4AAA-8348-4C49-809A-8B2CE0A23AF3}"/>
              </a:ext>
            </a:extLst>
          </p:cNvPr>
          <p:cNvSpPr txBox="1">
            <a:spLocks/>
          </p:cNvSpPr>
          <p:nvPr/>
        </p:nvSpPr>
        <p:spPr>
          <a:xfrm>
            <a:off x="6410035" y="2456873"/>
            <a:ext cx="5403274" cy="3131127"/>
          </a:xfrm>
          <a:prstGeom prst="rect">
            <a:avLst/>
          </a:prstGeom>
        </p:spPr>
        <p:txBody>
          <a:bodyPr vert="horz" lIns="91440" tIns="45720" rIns="91440" bIns="45720" rtlCol="0" anchor="ctr">
            <a:normAutofit fontScale="92500"/>
          </a:bodyPr>
          <a:lstStyle>
            <a:lvl1pPr marL="0"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r>
              <a:rPr lang="en-US" altLang="ja-JP" sz="9600" dirty="0"/>
              <a:t>Sakurai </a:t>
            </a:r>
          </a:p>
          <a:p>
            <a:r>
              <a:rPr lang="en-US" altLang="ja-JP" sz="9600" dirty="0"/>
              <a:t>	Masahiro</a:t>
            </a:r>
            <a:endParaRPr lang="ja-JP" altLang="en-US" sz="9600" dirty="0"/>
          </a:p>
        </p:txBody>
      </p:sp>
    </p:spTree>
    <p:extLst>
      <p:ext uri="{BB962C8B-B14F-4D97-AF65-F5344CB8AC3E}">
        <p14:creationId xmlns:p14="http://schemas.microsoft.com/office/powerpoint/2010/main" val="225607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anim calcmode="lin" valueType="num">
                                      <p:cBhvr>
                                        <p:cTn id="1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00" name="Picture 4" descr="星のカービィ』シリーズが30周年を迎える。生みの親は『スマブラ』の桜井政博氏">
            <a:extLst>
              <a:ext uri="{FF2B5EF4-FFF2-40B4-BE49-F238E27FC236}">
                <a16:creationId xmlns:a16="http://schemas.microsoft.com/office/drawing/2014/main" id="{F7DE0167-C19D-4FF5-976E-24F71F587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5310" y="1172153"/>
            <a:ext cx="5685847" cy="568584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ニンテンドウオールスター! 大乱闘スマッシュブラザーズ">
            <a:extLst>
              <a:ext uri="{FF2B5EF4-FFF2-40B4-BE49-F238E27FC236}">
                <a16:creationId xmlns:a16="http://schemas.microsoft.com/office/drawing/2014/main" id="{A6E93C26-6D4B-40D5-83FE-17FCAB266F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43" y="89049"/>
            <a:ext cx="6369935" cy="4784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54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fade">
                                      <p:cBhvr>
                                        <p:cTn id="12"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C9DBB48-D47C-4070-81D5-5C1F3E75B63F}"/>
              </a:ext>
            </a:extLst>
          </p:cNvPr>
          <p:cNvSpPr>
            <a:spLocks noGrp="1"/>
          </p:cNvSpPr>
          <p:nvPr>
            <p:ph idx="1"/>
          </p:nvPr>
        </p:nvSpPr>
        <p:spPr>
          <a:xfrm>
            <a:off x="1066800" y="2048934"/>
            <a:ext cx="10058400" cy="4023360"/>
          </a:xfrm>
        </p:spPr>
        <p:txBody>
          <a:bodyPr numCol="1" anchor="ctr">
            <a:normAutofit/>
          </a:bodyPr>
          <a:lstStyle/>
          <a:p>
            <a:r>
              <a:rPr kumimoji="1" lang="ja-JP" altLang="en-US" sz="4300" dirty="0"/>
              <a:t>・</a:t>
            </a:r>
            <a:r>
              <a:rPr kumimoji="1" lang="en-US" altLang="ja-JP" sz="4300" dirty="0"/>
              <a:t>Future: work in the security field</a:t>
            </a:r>
          </a:p>
          <a:p>
            <a:r>
              <a:rPr lang="ja-JP" altLang="en-US" sz="4300" dirty="0"/>
              <a:t>→</a:t>
            </a:r>
            <a:r>
              <a:rPr lang="en-US" altLang="ja-JP" sz="4300" dirty="0"/>
              <a:t>It is relevant to my career.</a:t>
            </a:r>
          </a:p>
          <a:p>
            <a:r>
              <a:rPr lang="ja-JP" altLang="en-US" sz="4300" dirty="0"/>
              <a:t>・</a:t>
            </a:r>
            <a:r>
              <a:rPr lang="en-US" altLang="ja-JP" sz="4300" dirty="0"/>
              <a:t>Importance: communicating, teamwork</a:t>
            </a:r>
          </a:p>
          <a:p>
            <a:r>
              <a:rPr kumimoji="1" lang="ja-JP" altLang="en-US" sz="4300" dirty="0"/>
              <a:t>・</a:t>
            </a:r>
            <a:r>
              <a:rPr kumimoji="1" lang="en-US" altLang="ja-JP" sz="4300" dirty="0"/>
              <a:t>Will learn: Focusing on something</a:t>
            </a:r>
          </a:p>
          <a:p>
            <a:r>
              <a:rPr kumimoji="1" lang="ja-JP" altLang="en-US" sz="4300" dirty="0"/>
              <a:t>・</a:t>
            </a:r>
            <a:r>
              <a:rPr kumimoji="1" lang="en-US" altLang="ja-JP" sz="4300" dirty="0"/>
              <a:t>paid for: Worth the money</a:t>
            </a:r>
            <a:endParaRPr kumimoji="1" lang="ja-JP" altLang="en-US" dirty="0"/>
          </a:p>
        </p:txBody>
      </p:sp>
      <p:sp>
        <p:nvSpPr>
          <p:cNvPr id="4" name="タイトル 1">
            <a:extLst>
              <a:ext uri="{FF2B5EF4-FFF2-40B4-BE49-F238E27FC236}">
                <a16:creationId xmlns:a16="http://schemas.microsoft.com/office/drawing/2014/main" id="{A05CFCEE-9A2D-4434-AD64-B6B98110EDE3}"/>
              </a:ext>
            </a:extLst>
          </p:cNvPr>
          <p:cNvSpPr>
            <a:spLocks noGrp="1"/>
          </p:cNvSpPr>
          <p:nvPr>
            <p:ph type="title"/>
          </p:nvPr>
        </p:nvSpPr>
        <p:spPr>
          <a:xfrm>
            <a:off x="1066800" y="263527"/>
            <a:ext cx="10058400" cy="1450757"/>
          </a:xfrm>
        </p:spPr>
        <p:txBody>
          <a:bodyPr>
            <a:normAutofit/>
          </a:bodyPr>
          <a:lstStyle/>
          <a:p>
            <a:r>
              <a:rPr lang="en-US" altLang="ja-JP" sz="7200" dirty="0"/>
              <a:t>~Career~</a:t>
            </a:r>
            <a:endParaRPr kumimoji="1" lang="ja-JP" altLang="en-US" sz="7200" dirty="0"/>
          </a:p>
        </p:txBody>
      </p:sp>
    </p:spTree>
    <p:extLst>
      <p:ext uri="{BB962C8B-B14F-4D97-AF65-F5344CB8AC3E}">
        <p14:creationId xmlns:p14="http://schemas.microsoft.com/office/powerpoint/2010/main" val="21047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BECFDD5-9492-4E9C-848D-1E2F2178F9A0}"/>
              </a:ext>
            </a:extLst>
          </p:cNvPr>
          <p:cNvSpPr>
            <a:spLocks noGrp="1"/>
          </p:cNvSpPr>
          <p:nvPr>
            <p:ph idx="1"/>
          </p:nvPr>
        </p:nvSpPr>
        <p:spPr>
          <a:xfrm>
            <a:off x="809413" y="1836498"/>
            <a:ext cx="10058400" cy="4023360"/>
          </a:xfrm>
        </p:spPr>
        <p:txBody>
          <a:bodyPr anchor="ctr">
            <a:normAutofit/>
          </a:bodyPr>
          <a:lstStyle/>
          <a:p>
            <a:pPr marL="0" indent="0">
              <a:buNone/>
            </a:pPr>
            <a:r>
              <a:rPr lang="ja-JP" altLang="en-US" sz="6000" dirty="0"/>
              <a:t>・</a:t>
            </a:r>
            <a:r>
              <a:rPr lang="en-US" altLang="ja-JP" sz="6000" dirty="0"/>
              <a:t>anyone enjoy playing games</a:t>
            </a:r>
          </a:p>
          <a:p>
            <a:pPr marL="0" indent="0">
              <a:buNone/>
            </a:pPr>
            <a:r>
              <a:rPr lang="ja-JP" altLang="en-US" sz="6000" dirty="0"/>
              <a:t>・</a:t>
            </a:r>
            <a:r>
              <a:rPr lang="en-US" altLang="ja-JP" sz="6000" dirty="0"/>
              <a:t>make them a hobby</a:t>
            </a:r>
            <a:endParaRPr kumimoji="1" lang="ja-JP" altLang="en-US" sz="6000" dirty="0"/>
          </a:p>
        </p:txBody>
      </p:sp>
      <p:sp>
        <p:nvSpPr>
          <p:cNvPr id="4" name="タイトル 1">
            <a:extLst>
              <a:ext uri="{FF2B5EF4-FFF2-40B4-BE49-F238E27FC236}">
                <a16:creationId xmlns:a16="http://schemas.microsoft.com/office/drawing/2014/main" id="{B095C26C-6AF2-45D2-9056-EA73B24ECEA9}"/>
              </a:ext>
            </a:extLst>
          </p:cNvPr>
          <p:cNvSpPr>
            <a:spLocks noGrp="1"/>
          </p:cNvSpPr>
          <p:nvPr>
            <p:ph type="title"/>
          </p:nvPr>
        </p:nvSpPr>
        <p:spPr>
          <a:xfrm>
            <a:off x="809413" y="263527"/>
            <a:ext cx="10058400" cy="1450757"/>
          </a:xfrm>
        </p:spPr>
        <p:txBody>
          <a:bodyPr>
            <a:normAutofit/>
          </a:bodyPr>
          <a:lstStyle/>
          <a:p>
            <a:r>
              <a:rPr lang="en-US" altLang="ja-JP" sz="7200" dirty="0"/>
              <a:t>~In conclusion~</a:t>
            </a:r>
            <a:endParaRPr kumimoji="1" lang="ja-JP" altLang="en-US" sz="7200" dirty="0"/>
          </a:p>
        </p:txBody>
      </p:sp>
    </p:spTree>
    <p:extLst>
      <p:ext uri="{BB962C8B-B14F-4D97-AF65-F5344CB8AC3E}">
        <p14:creationId xmlns:p14="http://schemas.microsoft.com/office/powerpoint/2010/main" val="172147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F69B4737-9356-1D35-D5E4-D313B57089EC}"/>
              </a:ext>
            </a:extLst>
          </p:cNvPr>
          <p:cNvSpPr txBox="1">
            <a:spLocks/>
          </p:cNvSpPr>
          <p:nvPr/>
        </p:nvSpPr>
        <p:spPr>
          <a:xfrm>
            <a:off x="593785" y="1507086"/>
            <a:ext cx="11004430" cy="3843827"/>
          </a:xfrm>
          <a:prstGeom prst="rect">
            <a:avLst/>
          </a:prstGeom>
        </p:spPr>
        <p:txBody>
          <a:bodyPr anchor="ctr">
            <a:normAutofit/>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pPr algn="ctr"/>
            <a:r>
              <a:rPr lang="en-US" altLang="ja-JP" sz="8800" dirty="0"/>
              <a:t>Thank you for listening!</a:t>
            </a:r>
            <a:endParaRPr lang="ja-JP" altLang="en-US" sz="8800" dirty="0"/>
          </a:p>
        </p:txBody>
      </p:sp>
    </p:spTree>
    <p:extLst>
      <p:ext uri="{BB962C8B-B14F-4D97-AF65-F5344CB8AC3E}">
        <p14:creationId xmlns:p14="http://schemas.microsoft.com/office/powerpoint/2010/main" val="426495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レトロスペクト">
  <a:themeElements>
    <a:clrScheme name="レトロスペクト">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111</TotalTime>
  <Words>571</Words>
  <Application>Microsoft Office PowerPoint</Application>
  <PresentationFormat>ワイド画面</PresentationFormat>
  <Paragraphs>47</Paragraphs>
  <Slides>10</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游ゴシック</vt:lpstr>
      <vt:lpstr>Calibri</vt:lpstr>
      <vt:lpstr>Calibri Light</vt:lpstr>
      <vt:lpstr>レトロスペクト</vt:lpstr>
      <vt:lpstr>My passion</vt:lpstr>
      <vt:lpstr>~Self introduction~</vt:lpstr>
      <vt:lpstr>~My passion~</vt:lpstr>
      <vt:lpstr>PowerPoint プレゼンテーション</vt:lpstr>
      <vt:lpstr>~History~</vt:lpstr>
      <vt:lpstr>~My favorite person~</vt:lpstr>
      <vt:lpstr>PowerPoint プレゼンテーション</vt:lpstr>
      <vt:lpstr>~Career~</vt:lpstr>
      <vt:lpstr>~In conclusion~</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passion</dc:title>
  <dc:creator>cre</dc:creator>
  <cp:lastModifiedBy>cre</cp:lastModifiedBy>
  <cp:revision>9</cp:revision>
  <dcterms:created xsi:type="dcterms:W3CDTF">2025-09-17T07:39:35Z</dcterms:created>
  <dcterms:modified xsi:type="dcterms:W3CDTF">2025-09-19T07:42:13Z</dcterms:modified>
</cp:coreProperties>
</file>