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68972-8D75-4559-A56F-E6A146439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3D161D6-F289-4D75-A6EA-A54FCA6BC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216944-4AAD-4C49-99A1-F0A41A814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433BB0-9444-4F55-B08B-79DB4D7BE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6ED96A-EC0D-4B1A-8777-E9C41F88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5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4AB8C2-3800-489B-A25A-3A1D8A0B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5C9320-5C9F-479D-BE2B-5D6AE818D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FAEE5F-38B8-486F-8AC2-9837CDAA4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607732-2A77-4AFA-82BC-0936B16B6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BB2F69-4379-4E83-AF06-697A3286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2816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835CD3-8F09-4D0E-BAC6-841AF165B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66AA3F-FDFF-43DB-9D47-9FDCDF7B9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953F6D-55F9-4798-9D67-4CA444806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693216-F80B-42BB-B928-D2C64B62F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B6563A-14C7-4C93-8F2C-7A6BE19EF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224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1807D4-F085-486F-8A6E-6CB96A74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6D0456-EE1E-444F-80A6-DE3AB3EC3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65BD3B-1A81-4F89-8CDC-49A025743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E6BAC7-A2F7-4E95-BE25-5E00AF1C8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312F4A-85F8-4D51-86F9-5E3BE6464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747806-17FD-409A-8A7B-00F36C46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04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3766B7-7176-48CF-9D34-7B6BE6A1A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E9E933-095D-47BE-A0DD-BB906172A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EB86C1-0901-449A-A21F-30208AEE2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997AFD-57B9-4C6F-A2B7-6237B849E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213408C-EF82-413A-9A74-BD76A1E1A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9A8BF31-B31C-47AC-B21E-5F27F696F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C7644EF-2891-4800-8E0E-58FD76B6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38D7616-1FEC-4B48-BD71-5BE94EA6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35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3D8DD8-033F-464B-9881-4491B8751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C56EB3C-B651-4119-9AC3-C5D2F2A3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D0CDB7-747D-4931-AB86-98160A836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D2E770D-0B29-40C6-8C7C-7D36424E6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118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6AE7C48-5B6C-4D0D-8657-C10847E94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9CE1E0A-1402-453C-A979-893746DC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FA2B97-0472-4CE8-88A9-19B962FA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988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3A55B1-E84C-4A61-B63C-44FA7C34F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05C8A9-242C-47AA-9443-59EB835A5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6DB4DB-E327-425C-8327-37F823727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4318A6-956E-43A2-AC5C-981564F8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09EDFB-8584-4276-84D6-9C235FBA9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5C7880-115F-4721-B8E6-416EE8A9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8249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D06786-C6A7-4CE6-8B7E-97281196F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75EA84E-B7CE-4C02-BC4C-A576A964A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03A8B6-3B88-420E-9B72-F47C366D6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B0AC2F-9C39-468E-9E77-FF7DA896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56168A-EE48-4F64-A9F0-170E1C21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BB0D10-A777-4662-8E56-928121BF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23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B02D68-100E-40B4-BDE0-B81412723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1A345F-A8BA-402D-A2FD-C4061BFA7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355B57-686C-4FF5-B830-3343E54E4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5EBCA3-578D-4290-9206-F8945C4FC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51E9E7-67D8-4BA2-8575-1EA23A48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030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B4125F9-BA8D-48EA-A094-FB98213DF9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AFCD0A-8F8C-4F6F-A7D4-1F965CD89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3D8BEE-E133-4D2B-9969-E6F481A0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2019E0-F0DB-48C7-8ACC-6B7C4B27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7DE14B-63E7-4205-A64D-97B63BE0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547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CF5A84D-14C9-495A-9CC8-924B1702A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CFD841-1E58-486F-A127-76B909AB6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85BCB7-2130-45C4-A861-4E1C3C174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2EE94-35E0-4822-867F-54C274D19BB0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7B4852-A67C-41D8-9987-1DC2DBEC6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45A091-2737-4769-A628-6146C9315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B99D3-1927-47F0-A08F-8FBBAA8442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805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8AC086F-D1E2-4092-9253-0D89048D2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169" y="3083225"/>
            <a:ext cx="629229" cy="15237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DB3049B-64CB-4BFC-8683-B1C8E090B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817" y="2304787"/>
            <a:ext cx="618005" cy="112421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A45AAA1-2BF8-4B9B-A82E-A04F49F8A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987" y="1422574"/>
            <a:ext cx="473871" cy="88221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B320FED-1596-4924-8410-775114445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023" y="870127"/>
            <a:ext cx="422910" cy="69451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5CDAD22-1E92-4F42-97A9-C5AC7D8B34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478" y="3981749"/>
            <a:ext cx="822463" cy="216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47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cre</dc:creator>
  <cp:lastModifiedBy>cre</cp:lastModifiedBy>
  <cp:revision>2</cp:revision>
  <dcterms:created xsi:type="dcterms:W3CDTF">2025-07-04T00:19:49Z</dcterms:created>
  <dcterms:modified xsi:type="dcterms:W3CDTF">2025-07-04T00:20:34Z</dcterms:modified>
</cp:coreProperties>
</file>