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5" r:id="rId5"/>
    <p:sldId id="264" r:id="rId6"/>
    <p:sldId id="266" r:id="rId7"/>
    <p:sldId id="262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A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FB3CB-F716-9058-F8BC-6D721D847CB6}" v="228" dt="2025-11-17T14:45:11.763"/>
    <p1510:client id="{4DAA3B3B-4937-4A88-8574-71E5BFE3E81B}" v="1424" dt="2025-11-17T14:47:18.756"/>
    <p1510:client id="{7F116808-5237-0E9E-CF52-10F8DAA46977}" v="234" dt="2025-11-17T11:23:35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46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4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4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4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6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3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3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8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7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6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7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DA81A-12E2-1F85-79E8-34A9A4866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16" y="1010371"/>
            <a:ext cx="12191998" cy="342392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kumimoji="1" lang="en-US" altLang="ja-JP" sz="8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AI</a:t>
            </a:r>
            <a:r>
              <a:rPr kumimoji="1" lang="ja-JP" altLang="en-US" sz="8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チャットボット</a:t>
            </a:r>
            <a:br>
              <a:rPr kumimoji="1" lang="en-US" altLang="ja-JP" sz="13800" dirty="0">
                <a:latin typeface="HGP創英角ｺﾞｼｯｸUB"/>
                <a:ea typeface="HGP創英角ｺﾞｼｯｸUB"/>
              </a:rPr>
            </a:br>
            <a:endParaRPr lang="en-US" altLang="ja-JP" sz="13800" dirty="0">
              <a:solidFill>
                <a:schemeClr val="tx2">
                  <a:lumMod val="90000"/>
                  <a:lumOff val="10000"/>
                </a:schemeClr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B768E2-BFD6-ED49-A1C8-EAAC5AFEF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040" y="4434291"/>
            <a:ext cx="10281920" cy="2153602"/>
          </a:xfrm>
        </p:spPr>
        <p:txBody>
          <a:bodyPr anchor="ctr">
            <a:normAutofit/>
          </a:bodyPr>
          <a:lstStyle/>
          <a:p>
            <a:r>
              <a:rPr kumimoji="1" lang="ja-JP" altLang="en-US" sz="4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ホワイトハッカー専攻</a:t>
            </a:r>
            <a:endParaRPr lang="en-US" altLang="ja-JP" sz="4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kumimoji="1" lang="ja-JP" altLang="en-US" sz="4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梅津亮介、岡本篤希、北野善聖、辻本悠仁</a:t>
            </a:r>
            <a:endParaRPr lang="ja-JP" altLang="en-US" sz="4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pic>
        <p:nvPicPr>
          <p:cNvPr id="5" name="図 4" descr="ロゴ が含まれている画像">
            <a:extLst>
              <a:ext uri="{FF2B5EF4-FFF2-40B4-BE49-F238E27FC236}">
                <a16:creationId xmlns:a16="http://schemas.microsoft.com/office/drawing/2014/main" id="{947DAACB-70B6-ACB6-CC39-F99D61856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91" y="2167250"/>
            <a:ext cx="5697783" cy="234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0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D976584-8575-0D80-391C-DE6D2BFC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831" y="378654"/>
            <a:ext cx="9829800" cy="175700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kumimoji="1" lang="ja-JP" altLang="en-US" sz="138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目次</a:t>
            </a:r>
            <a:endParaRPr lang="ja-JP" sz="138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B2330-6168-9876-D2E9-424977F00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4672" y="2287670"/>
            <a:ext cx="8047896" cy="4180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371600" indent="-1371600">
              <a:buFont typeface="+mj-ea"/>
              <a:buAutoNum type="circleNumDbPlain"/>
            </a:pPr>
            <a:r>
              <a:rPr kumimoji="1" lang="en-US" altLang="ja-JP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YUKA</a:t>
            </a:r>
            <a:r>
              <a:rPr kumimoji="1" lang="ja-JP" altLang="en-US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について</a:t>
            </a:r>
            <a:endParaRPr lang="en-US" altLang="ja-JP" sz="72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1371600" indent="-1371600">
              <a:buFont typeface="+mj-ea"/>
              <a:buAutoNum type="circleNumDbPlain"/>
            </a:pPr>
            <a:r>
              <a:rPr lang="ja-JP" altLang="en-US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実演</a:t>
            </a:r>
            <a:endParaRPr lang="en-US" altLang="ja-JP" sz="72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1371600" indent="-1371600">
              <a:buFont typeface="+mj-ea"/>
              <a:buAutoNum type="circleNumDbPlain"/>
            </a:pPr>
            <a:r>
              <a:rPr lang="ja-JP" altLang="en-US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今後の展望</a:t>
            </a:r>
            <a:endParaRPr lang="en-US" altLang="ja-JP" sz="72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図 4" descr="ロゴ が含まれている画像">
            <a:extLst>
              <a:ext uri="{FF2B5EF4-FFF2-40B4-BE49-F238E27FC236}">
                <a16:creationId xmlns:a16="http://schemas.microsoft.com/office/drawing/2014/main" id="{1F26A6A5-0246-555A-6A9D-464924D1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58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354F1D8-A208-1FE4-C8CF-C48432E679EB}"/>
              </a:ext>
            </a:extLst>
          </p:cNvPr>
          <p:cNvSpPr/>
          <p:nvPr/>
        </p:nvSpPr>
        <p:spPr>
          <a:xfrm>
            <a:off x="658899" y="3210336"/>
            <a:ext cx="4411223" cy="339434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4800" dirty="0">
                <a:solidFill>
                  <a:schemeClr val="accent4">
                    <a:lumMod val="76000"/>
                  </a:schemeClr>
                </a:solidFill>
                <a:latin typeface="HGS創英角ｺﾞｼｯｸUB"/>
                <a:ea typeface="HGS創英角ｺﾞｼｯｸUB"/>
              </a:rPr>
              <a:t>Web</a:t>
            </a:r>
            <a:r>
              <a:rPr lang="ja-JP" altLang="en-US" sz="4800" dirty="0">
                <a:solidFill>
                  <a:schemeClr val="accent4">
                    <a:lumMod val="76000"/>
                  </a:schemeClr>
                </a:solidFill>
                <a:latin typeface="HGS創英角ｺﾞｼｯｸUB"/>
                <a:ea typeface="HGS創英角ｺﾞｼｯｸUB"/>
              </a:rPr>
              <a:t>サイトを</a:t>
            </a:r>
            <a:br>
              <a:rPr lang="en-US" altLang="ja-JP" sz="4800" dirty="0">
                <a:solidFill>
                  <a:schemeClr val="accent4">
                    <a:lumMod val="76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</a:br>
            <a:r>
              <a:rPr lang="ja-JP" altLang="en-US" sz="4800" dirty="0">
                <a:solidFill>
                  <a:schemeClr val="accent4">
                    <a:lumMod val="76000"/>
                  </a:schemeClr>
                </a:solidFill>
                <a:latin typeface="HGS創英角ｺﾞｼｯｸUB"/>
                <a:ea typeface="HGS創英角ｺﾞｼｯｸUB"/>
              </a:rPr>
              <a:t>読み解くのは困難</a:t>
            </a:r>
            <a:endParaRPr kumimoji="1" lang="ja-JP" altLang="en-US" sz="4800" dirty="0">
              <a:solidFill>
                <a:schemeClr val="accent4">
                  <a:lumMod val="76000"/>
                </a:schemeClr>
              </a:solidFill>
              <a:latin typeface="HGS創英角ｺﾞｼｯｸUB"/>
              <a:ea typeface="HGS創英角ｺﾞｼｯｸUB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9C1AA6E-DEFC-E2DF-1AA4-A78D8911DE14}"/>
              </a:ext>
            </a:extLst>
          </p:cNvPr>
          <p:cNvSpPr/>
          <p:nvPr/>
        </p:nvSpPr>
        <p:spPr>
          <a:xfrm>
            <a:off x="7121878" y="3210335"/>
            <a:ext cx="4411223" cy="33943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話すだけで</a:t>
            </a:r>
            <a:endParaRPr lang="en-US" altLang="ja-JP" sz="48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情報が</a:t>
            </a:r>
            <a:endParaRPr lang="en-US" altLang="ja-JP" sz="48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得られる</a:t>
            </a: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3D3AAACD-BCFE-AE59-AC98-1DD1A5D3AB89}"/>
              </a:ext>
            </a:extLst>
          </p:cNvPr>
          <p:cNvSpPr/>
          <p:nvPr/>
        </p:nvSpPr>
        <p:spPr>
          <a:xfrm>
            <a:off x="5314188" y="4133088"/>
            <a:ext cx="1563624" cy="1453896"/>
          </a:xfrm>
          <a:prstGeom prst="rightArrow">
            <a:avLst/>
          </a:prstGeom>
          <a:solidFill>
            <a:srgbClr val="143A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8" name="タイトル 1">
            <a:extLst>
              <a:ext uri="{FF2B5EF4-FFF2-40B4-BE49-F238E27FC236}">
                <a16:creationId xmlns:a16="http://schemas.microsoft.com/office/drawing/2014/main" id="{99EC981D-DE1D-D06E-F178-EB6D3B0B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92" y="519330"/>
            <a:ext cx="10820400" cy="29061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kumimoji="1" lang="ja-JP" altLang="en-US" sz="1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「</a:t>
            </a:r>
            <a:r>
              <a:rPr kumimoji="1" lang="en-US" altLang="ja-JP" sz="1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YUKA</a:t>
            </a:r>
            <a:r>
              <a:rPr kumimoji="1" lang="ja-JP" altLang="en-US" sz="1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」</a:t>
            </a:r>
            <a:endParaRPr lang="ja-JP" sz="1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pic>
        <p:nvPicPr>
          <p:cNvPr id="32" name="図 31" descr="ロゴ が含まれている画像">
            <a:extLst>
              <a:ext uri="{FF2B5EF4-FFF2-40B4-BE49-F238E27FC236}">
                <a16:creationId xmlns:a16="http://schemas.microsoft.com/office/drawing/2014/main" id="{96A3AD81-BD46-EB88-EF21-54A3838EC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D5B5-9B44-85E8-1C9D-B641BF22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9470FB-F9D8-B58C-66EE-610F9ED9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AEA2AE-3C70-5BE4-E237-084BC3932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D85DDC-C201-5C03-1C44-C992ADB4D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2594E6D-97E8-786D-7FD2-B9558D034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CD70B5-879F-EE95-CA96-6202C598F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B4E5A1-7EAE-93F5-526B-BF825F51A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24D512A-2338-EEF1-D9C2-C6B4B0AE4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9795DB-B5F2-D069-72E8-162695BEE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198A059-4FEF-F07F-FFB2-E8AF78483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223829B-BEE7-4D4C-23BD-79659E61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楕円 2">
            <a:extLst>
              <a:ext uri="{FF2B5EF4-FFF2-40B4-BE49-F238E27FC236}">
                <a16:creationId xmlns:a16="http://schemas.microsoft.com/office/drawing/2014/main" id="{B5F49300-91A8-B366-D0BD-ABDE23483F2F}"/>
              </a:ext>
            </a:extLst>
          </p:cNvPr>
          <p:cNvSpPr/>
          <p:nvPr/>
        </p:nvSpPr>
        <p:spPr>
          <a:xfrm>
            <a:off x="63853" y="1848229"/>
            <a:ext cx="5118913" cy="466344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4800">
                <a:solidFill>
                  <a:schemeClr val="accent4">
                    <a:lumMod val="76000"/>
                  </a:schemeClr>
                </a:solidFill>
                <a:latin typeface="HGP創英角ｺﾞｼｯｸUB"/>
                <a:ea typeface="HGP創英角ｺﾞｼｯｸUB"/>
              </a:rPr>
              <a:t>ソースが</a:t>
            </a:r>
            <a:endParaRPr lang="en-US" altLang="ja-JP" sz="4800">
              <a:solidFill>
                <a:schemeClr val="accent4">
                  <a:lumMod val="76000"/>
                </a:schemeClr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kumimoji="1" lang="ja-JP" altLang="en-US" sz="4800">
                <a:solidFill>
                  <a:schemeClr val="accent4">
                    <a:lumMod val="76000"/>
                  </a:schemeClr>
                </a:solidFill>
                <a:latin typeface="HGP創英角ｺﾞｼｯｸUB"/>
                <a:ea typeface="HGP創英角ｺﾞｼｯｸUB"/>
              </a:rPr>
              <a:t>インターネット</a:t>
            </a:r>
            <a:endParaRPr lang="ja-JP" altLang="en-US" sz="4800">
              <a:solidFill>
                <a:schemeClr val="accent4">
                  <a:lumMod val="76000"/>
                </a:schemeClr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6" name="円柱 5">
            <a:extLst>
              <a:ext uri="{FF2B5EF4-FFF2-40B4-BE49-F238E27FC236}">
                <a16:creationId xmlns:a16="http://schemas.microsoft.com/office/drawing/2014/main" id="{457847C3-F02B-1B71-E15C-28C124BA5CB2}"/>
              </a:ext>
            </a:extLst>
          </p:cNvPr>
          <p:cNvSpPr/>
          <p:nvPr/>
        </p:nvSpPr>
        <p:spPr>
          <a:xfrm>
            <a:off x="7397496" y="1848231"/>
            <a:ext cx="4233672" cy="466344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ソースが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kumimoji="1"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データベース</a:t>
            </a:r>
            <a:endParaRPr lang="ja-JP" altLang="en-US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729E2F3F-948C-46CE-CC70-C3076F6DFCFA}"/>
              </a:ext>
            </a:extLst>
          </p:cNvPr>
          <p:cNvSpPr/>
          <p:nvPr/>
        </p:nvSpPr>
        <p:spPr>
          <a:xfrm>
            <a:off x="5391149" y="2794635"/>
            <a:ext cx="1794153" cy="2770632"/>
          </a:xfrm>
          <a:prstGeom prst="rightArrow">
            <a:avLst/>
          </a:prstGeom>
          <a:solidFill>
            <a:srgbClr val="143A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7C20E00-A003-86A4-64B4-82F7AD0E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328" y="1851990"/>
            <a:ext cx="5548836" cy="491470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ja-JP" sz="44600" dirty="0">
                <a:solidFill>
                  <a:srgbClr val="FF0000"/>
                </a:solidFill>
                <a:latin typeface="HGP創英角ｺﾞｼｯｸUB"/>
                <a:ea typeface="HGP創英角ｺﾞｼｯｸUB"/>
              </a:rPr>
              <a:t>×</a:t>
            </a:r>
            <a:endParaRPr lang="ja-JP" altLang="en-US" sz="44600" dirty="0">
              <a:solidFill>
                <a:srgbClr val="FF0000"/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1E0FD194-235A-101E-B8E6-95F4E5C6C3D8}"/>
              </a:ext>
            </a:extLst>
          </p:cNvPr>
          <p:cNvSpPr txBox="1">
            <a:spLocks/>
          </p:cNvSpPr>
          <p:nvPr/>
        </p:nvSpPr>
        <p:spPr>
          <a:xfrm>
            <a:off x="1373325" y="85725"/>
            <a:ext cx="9829800" cy="1891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0" lang="ja-JP" altLang="en-US" sz="138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相違点</a:t>
            </a:r>
            <a:endParaRPr kumimoji="0" lang="ja-JP" sz="115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pic>
        <p:nvPicPr>
          <p:cNvPr id="26" name="図 25" descr="ロゴ が含まれている画像">
            <a:extLst>
              <a:ext uri="{FF2B5EF4-FFF2-40B4-BE49-F238E27FC236}">
                <a16:creationId xmlns:a16="http://schemas.microsoft.com/office/drawing/2014/main" id="{B0A66A0F-9EFE-85CE-BCFD-30C881A4F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A2CD-FA6E-6987-B90A-8E92BB6F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67F54CE-FCB6-0510-6589-66364BF30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787F57C-F079-99DC-EF29-E9EC2260B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9C84F1F-ED09-C6AC-4065-58BFD24AB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F035FF-FF12-E976-104C-CA227C2E8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A70B0D-7FD5-9136-C874-9B5217430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278FCF-096A-CF1F-C9E4-03523DF93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12ACDC9-6CF2-3186-7CF6-7AFD0B99F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00BE2E-454A-B013-80D8-9F8F8FE7F7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3E7E93-1DF3-4F29-1F68-316200CF4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303687-C5CC-C3D7-712F-A9ED9AC9E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540EA068-B2D0-44DA-115E-00D803276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32B690C3-C1A4-1FC5-8CB6-C9D90E62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" y="2513998"/>
            <a:ext cx="11353800" cy="1835784"/>
          </a:xfrm>
        </p:spPr>
        <p:txBody>
          <a:bodyPr>
            <a:normAutofit/>
          </a:bodyPr>
          <a:lstStyle/>
          <a:p>
            <a:pPr algn="ctr"/>
            <a:r>
              <a:rPr lang="ja-JP" altLang="en-US" sz="115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実演！！！！</a:t>
            </a:r>
          </a:p>
        </p:txBody>
      </p:sp>
    </p:spTree>
    <p:extLst>
      <p:ext uri="{BB962C8B-B14F-4D97-AF65-F5344CB8AC3E}">
        <p14:creationId xmlns:p14="http://schemas.microsoft.com/office/powerpoint/2010/main" val="125478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FE753-0796-1D52-C119-4ABD5621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A59D17A-551A-C3E1-CAB4-2BD0619D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BD9267D-8247-953B-542C-AAF96801D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C24ED87-1842-77D2-C8BB-C98948355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0A4659A-1D1E-BB82-4B3E-D5450090BC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A0BE68-0B40-70A7-F146-605E8E052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C4EF96-F9BF-40A6-07EA-7DFC8D81C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B52E8D-1A0D-3B62-C384-B048F72B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7229CA-E4E0-D3FC-32F3-88AAC1898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63202AE-A98F-9268-C223-0BCEC455C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54B6FA2-7478-9484-3D01-B4D2B084A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0B5D006B-7194-A280-3F49-DACAFE3F7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35633672-1B5A-470D-ED27-04476C57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482690"/>
            <a:ext cx="10653578" cy="1525450"/>
          </a:xfrm>
        </p:spPr>
        <p:txBody>
          <a:bodyPr anchor="ctr">
            <a:normAutofit/>
          </a:bodyPr>
          <a:lstStyle/>
          <a:p>
            <a:r>
              <a:rPr lang="ja-JP" altLang="en-US" sz="96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今後の展望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280A4523-C9D6-9882-E19D-69038E9A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781482"/>
            <a:ext cx="11247121" cy="45938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5400">
                <a:solidFill>
                  <a:srgbClr val="143A66"/>
                </a:solidFill>
                <a:uFill>
                  <a:solidFill>
                    <a:srgbClr val="FF0000"/>
                  </a:solidFill>
                </a:uFill>
                <a:latin typeface="HGP創英角ｺﾞｼｯｸUB"/>
                <a:ea typeface="HGP創英角ｺﾞｼｯｸUB"/>
              </a:rPr>
              <a:t>会社のホームページ</a:t>
            </a:r>
            <a:r>
              <a:rPr lang="ja-JP" altLang="en-US" sz="5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でも使えるように</a:t>
            </a:r>
            <a:endParaRPr lang="en-US" altLang="ja-JP" sz="54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lang="ja-JP" altLang="en-US" sz="5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内部の人たちでも役に立つように</a:t>
            </a:r>
          </a:p>
          <a:p>
            <a:r>
              <a:rPr lang="ja-JP" altLang="en-US" sz="5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完全に自分専用のAIと機能するように</a:t>
            </a:r>
            <a:endParaRPr lang="en-US" altLang="ja-JP" sz="54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</p:spTree>
    <p:extLst>
      <p:ext uri="{BB962C8B-B14F-4D97-AF65-F5344CB8AC3E}">
        <p14:creationId xmlns:p14="http://schemas.microsoft.com/office/powerpoint/2010/main" val="182870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E58D88-7646-7039-805E-C5BB05F8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145D8F-148C-AAE9-B638-DE1CCAF7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10" name="図 9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30E713F4-4992-635C-E863-0DF80FBC2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390" y="-937260"/>
            <a:ext cx="13098780" cy="873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86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D8F154-3183-DB7B-C84C-CCDEBE9F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DA6D363-E23A-B1CE-6F98-6F5F2673B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FDF3EE-5D35-E801-F5C6-E0310355A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BEAC4D1-0CB7-C4CD-3C0D-93C3E9323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80F50D-8AA3-CFC2-0429-D2FE586E8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B8606B-8084-54A8-C510-F8DD7574A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0299AE-4B58-F25A-1869-EE0797B48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FBCCD87-267A-8A15-797A-8AA7F373A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63F7024-AA99-73FE-3C02-20C1CA3D2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829AD3-D284-578C-CAE8-286B1E614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D1AE5F-123C-0684-BDBC-7716BE27A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4E811DF0-67DF-AB39-0D0C-1795BFC26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264"/>
            <a:ext cx="2826385" cy="1160125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CB42727F-FD7F-5EC8-A192-7C37A62E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0073" y="-195148"/>
            <a:ext cx="10654284" cy="2151670"/>
          </a:xfrm>
        </p:spPr>
        <p:txBody>
          <a:bodyPr anchor="ctr">
            <a:noAutofit/>
          </a:bodyPr>
          <a:lstStyle/>
          <a:p>
            <a:pPr algn="ctr"/>
            <a:r>
              <a:rPr lang="ja-JP" altLang="en-US" sz="72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スクレイピングの仕組み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B73B4758-7872-579D-7393-A8F1727A9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48" y="1357801"/>
            <a:ext cx="11576304" cy="4994222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914400" indent="-914400">
              <a:buFont typeface="+mj-ea"/>
              <a:buAutoNum type="circleNumDbPlain"/>
            </a:pP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模擬サイトを作る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914400" indent="-914400">
              <a:buFont typeface="+mj-ea"/>
              <a:buAutoNum type="circleNumDbPlain"/>
            </a:pP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模擬サイトにスクレイピングをかける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914400" indent="-914400">
              <a:buFont typeface="+mj-ea"/>
              <a:buAutoNum type="circleNumDbPlain"/>
            </a:pP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とれたデータをデータベースに格納</a:t>
            </a:r>
          </a:p>
        </p:txBody>
      </p:sp>
    </p:spTree>
    <p:extLst>
      <p:ext uri="{BB962C8B-B14F-4D97-AF65-F5344CB8AC3E}">
        <p14:creationId xmlns:p14="http://schemas.microsoft.com/office/powerpoint/2010/main" val="4150974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1B0EB1-1139-B771-65FF-7FC011A3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BEED9D9-949A-DC15-B0F9-E6F9168F1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65060A0-39C7-85F4-D5AB-B36822452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14D390-190F-ACE8-9EA0-5053C4D9C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5179E4-B461-18D7-D8DC-4AC1321BC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C60FA7D-3DDC-6C29-3575-318041CE5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794D80-FC76-84D9-ABD1-4C5FEC20F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8F19BA9-4604-01D2-B26D-68329FDEB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4B43C34-4D52-4EEC-26B4-F09353256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AE85F69-1FE5-D7C3-E29C-55EC02D3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E558809-22A4-7099-5954-7C06F076E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26C288B9-B7E1-D199-6478-D68406D00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168" y="1264"/>
            <a:ext cx="2853817" cy="1171385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762B0702-1034-E4AC-5A44-8749A287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66" y="178522"/>
            <a:ext cx="9227706" cy="1621420"/>
          </a:xfrm>
        </p:spPr>
        <p:txBody>
          <a:bodyPr>
            <a:normAutofit/>
          </a:bodyPr>
          <a:lstStyle/>
          <a:p>
            <a:pPr algn="ctr"/>
            <a:r>
              <a:rPr lang="ja-JP" altLang="en-US" sz="9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カラムについて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49A459E4-C97F-FFF2-9FE5-43EB2D65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312" y="1721908"/>
            <a:ext cx="5532120" cy="479339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Id</a:t>
            </a:r>
          </a:p>
          <a:p>
            <a:r>
              <a:rPr lang="en-US" altLang="ja-JP" sz="6600" dirty="0" err="1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Url</a:t>
            </a:r>
            <a:endParaRPr lang="en-US" altLang="ja-JP" sz="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Title</a:t>
            </a:r>
          </a:p>
          <a:p>
            <a:r>
              <a:rPr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Text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DB6F67-10F3-ECA8-E7C8-E096AC632DFE}"/>
              </a:ext>
            </a:extLst>
          </p:cNvPr>
          <p:cNvSpPr txBox="1">
            <a:spLocks/>
          </p:cNvSpPr>
          <p:nvPr/>
        </p:nvSpPr>
        <p:spPr>
          <a:xfrm>
            <a:off x="5727670" y="1721908"/>
            <a:ext cx="5532120" cy="4793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Category</a:t>
            </a:r>
          </a:p>
          <a:p>
            <a:r>
              <a:rPr kumimoji="0"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Subcategory</a:t>
            </a:r>
          </a:p>
          <a:p>
            <a:r>
              <a:rPr kumimoji="0" lang="en-US" altLang="ja-JP" sz="6600" dirty="0" err="1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Updated_at</a:t>
            </a:r>
            <a:endParaRPr kumimoji="0" lang="en-US" altLang="ja-JP" sz="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endParaRPr kumimoji="0" lang="en-US" altLang="ja-JP" sz="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</p:spTree>
    <p:extLst>
      <p:ext uri="{BB962C8B-B14F-4D97-AF65-F5344CB8AC3E}">
        <p14:creationId xmlns:p14="http://schemas.microsoft.com/office/powerpoint/2010/main" val="1193134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72C5EC-CC6A-C4AC-CCCA-53047D23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9924432-5577-4D66-E92F-7969D1971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BCE3A94-3F05-13A9-2361-688C7D9FC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568BCD-E3CC-E49D-9458-AA6E11C54E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C96288-2001-890D-C895-9B014082C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C7A328E-F870-25FB-2DF8-516D6ED38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8C8CA1-BCC8-7B7C-AB8D-05E02AEF0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906E1A0-D46E-C359-10FC-55DB81383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1CBC3D-A322-3BED-F7D2-2B34AD5E4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F01D49-5EAD-A1D0-3504-F75ED37D9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FFAD54-F764-AE5E-8F8C-A52CC0DE2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2B9033B9-3B4B-A916-8DFD-434D19EA0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456" y="1264"/>
            <a:ext cx="2835529" cy="1163878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FB9E2FC3-CE1C-658D-8509-BDA6ACE5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22361" y="10258"/>
            <a:ext cx="11353800" cy="1835784"/>
          </a:xfrm>
        </p:spPr>
        <p:txBody>
          <a:bodyPr anchor="ctr">
            <a:noAutofit/>
          </a:bodyPr>
          <a:lstStyle/>
          <a:p>
            <a:pPr algn="ctr"/>
            <a:r>
              <a:rPr lang="en-US" altLang="ja-JP" sz="9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AI</a:t>
            </a:r>
            <a:r>
              <a:rPr lang="ja-JP" altLang="en-US" sz="9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の話させ方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1C6CE88C-8596-67DC-5D00-9B7C1233F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1" y="1389888"/>
            <a:ext cx="11667745" cy="49854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モデルは</a:t>
            </a:r>
            <a:r>
              <a:rPr lang="en-US" altLang="ja-JP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Gemini2.5flush</a:t>
            </a:r>
          </a:p>
          <a:p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データベースから</a:t>
            </a:r>
            <a:r>
              <a:rPr lang="en-US" altLang="ja-JP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JSON</a:t>
            </a: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ファイルに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データを要約→解答を作成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</p:spTree>
    <p:extLst>
      <p:ext uri="{BB962C8B-B14F-4D97-AF65-F5344CB8AC3E}">
        <p14:creationId xmlns:p14="http://schemas.microsoft.com/office/powerpoint/2010/main" val="228536684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141</Words>
  <Application>Microsoft Office PowerPoint</Application>
  <PresentationFormat>ワイド画面</PresentationFormat>
  <Paragraphs>41</Paragraphs>
  <Slides>10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HGP創英角ｺﾞｼｯｸUB</vt:lpstr>
      <vt:lpstr>HGS創英角ｺﾞｼｯｸUB</vt:lpstr>
      <vt:lpstr>Arial</vt:lpstr>
      <vt:lpstr>Neue Haas Grotesk Text Pro</vt:lpstr>
      <vt:lpstr>VanillaVTI</vt:lpstr>
      <vt:lpstr>AIチャットボット </vt:lpstr>
      <vt:lpstr>目次</vt:lpstr>
      <vt:lpstr>「YUKA」</vt:lpstr>
      <vt:lpstr>×</vt:lpstr>
      <vt:lpstr>実演！！！！</vt:lpstr>
      <vt:lpstr>今後の展望</vt:lpstr>
      <vt:lpstr>PowerPoint プレゼンテーション</vt:lpstr>
      <vt:lpstr>スクレイピングの仕組み</vt:lpstr>
      <vt:lpstr>カラムについて</vt:lpstr>
      <vt:lpstr>AIの話させ方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AIチャットボット </dc:title>
  <dc:creator>善聖 北野</dc:creator>
  <cp:lastModifiedBy>cre</cp:lastModifiedBy>
  <cp:revision>4</cp:revision>
  <dcterms:created xsi:type="dcterms:W3CDTF">2025-11-17T09:06:02Z</dcterms:created>
  <dcterms:modified xsi:type="dcterms:W3CDTF">2025-12-08T09:33:43Z</dcterms:modified>
</cp:coreProperties>
</file>